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9" r:id="rId3"/>
    <p:sldId id="321" r:id="rId4"/>
    <p:sldId id="257" r:id="rId5"/>
    <p:sldId id="258" r:id="rId6"/>
    <p:sldId id="259" r:id="rId7"/>
    <p:sldId id="270" r:id="rId8"/>
    <p:sldId id="325" r:id="rId9"/>
    <p:sldId id="326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381620-0CA5-4D27-967A-04682E85A192}" v="1" dt="2022-09-01T06:46:41.3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ranjit" userId="2e0607b0-f894-409e-bc5e-dd11296ae8bf" providerId="ADAL" clId="{42B3F740-DE30-4C35-9A5C-E2D017EF760B}"/>
    <pc:docChg chg="modSld">
      <pc:chgData name="Simranjit" userId="2e0607b0-f894-409e-bc5e-dd11296ae8bf" providerId="ADAL" clId="{42B3F740-DE30-4C35-9A5C-E2D017EF760B}" dt="2020-08-31T09:54:58.533" v="3" actId="1035"/>
      <pc:docMkLst>
        <pc:docMk/>
      </pc:docMkLst>
      <pc:sldChg chg="modSp mod">
        <pc:chgData name="Simranjit" userId="2e0607b0-f894-409e-bc5e-dd11296ae8bf" providerId="ADAL" clId="{42B3F740-DE30-4C35-9A5C-E2D017EF760B}" dt="2020-08-31T09:27:48.459" v="0" actId="1036"/>
        <pc:sldMkLst>
          <pc:docMk/>
          <pc:sldMk cId="1566871735" sldId="266"/>
        </pc:sldMkLst>
        <pc:picChg chg="mod">
          <ac:chgData name="Simranjit" userId="2e0607b0-f894-409e-bc5e-dd11296ae8bf" providerId="ADAL" clId="{42B3F740-DE30-4C35-9A5C-E2D017EF760B}" dt="2020-08-31T09:27:48.459" v="0" actId="1036"/>
          <ac:picMkLst>
            <pc:docMk/>
            <pc:sldMk cId="1566871735" sldId="266"/>
            <ac:picMk id="5" creationId="{7C46536B-3D88-4823-94B2-0588476033BC}"/>
          </ac:picMkLst>
        </pc:picChg>
      </pc:sldChg>
      <pc:sldChg chg="modSp mod">
        <pc:chgData name="Simranjit" userId="2e0607b0-f894-409e-bc5e-dd11296ae8bf" providerId="ADAL" clId="{42B3F740-DE30-4C35-9A5C-E2D017EF760B}" dt="2020-08-31T09:54:58.533" v="3" actId="1035"/>
        <pc:sldMkLst>
          <pc:docMk/>
          <pc:sldMk cId="66839465" sldId="269"/>
        </pc:sldMkLst>
        <pc:picChg chg="mod">
          <ac:chgData name="Simranjit" userId="2e0607b0-f894-409e-bc5e-dd11296ae8bf" providerId="ADAL" clId="{42B3F740-DE30-4C35-9A5C-E2D017EF760B}" dt="2020-08-31T09:54:58.533" v="3" actId="1035"/>
          <ac:picMkLst>
            <pc:docMk/>
            <pc:sldMk cId="66839465" sldId="269"/>
            <ac:picMk id="5" creationId="{9A7843B8-36F2-4AD0-B54A-F31AF5DCC813}"/>
          </ac:picMkLst>
        </pc:picChg>
      </pc:sldChg>
    </pc:docChg>
  </pc:docChgLst>
  <pc:docChgLst>
    <pc:chgData name="Simranjit Singh" userId="2e0607b0-f894-409e-bc5e-dd11296ae8bf" providerId="ADAL" clId="{7D381620-0CA5-4D27-967A-04682E85A192}"/>
    <pc:docChg chg="modSld">
      <pc:chgData name="Simranjit Singh" userId="2e0607b0-f894-409e-bc5e-dd11296ae8bf" providerId="ADAL" clId="{7D381620-0CA5-4D27-967A-04682E85A192}" dt="2022-09-01T06:46:41.354" v="6"/>
      <pc:docMkLst>
        <pc:docMk/>
      </pc:docMkLst>
      <pc:sldChg chg="addSp modSp mod">
        <pc:chgData name="Simranjit Singh" userId="2e0607b0-f894-409e-bc5e-dd11296ae8bf" providerId="ADAL" clId="{7D381620-0CA5-4D27-967A-04682E85A192}" dt="2022-09-01T06:46:41.354" v="6"/>
        <pc:sldMkLst>
          <pc:docMk/>
          <pc:sldMk cId="448837524" sldId="257"/>
        </pc:sldMkLst>
        <pc:grpChg chg="mod">
          <ac:chgData name="Simranjit Singh" userId="2e0607b0-f894-409e-bc5e-dd11296ae8bf" providerId="ADAL" clId="{7D381620-0CA5-4D27-967A-04682E85A192}" dt="2022-09-01T06:46:41.354" v="6"/>
          <ac:grpSpMkLst>
            <pc:docMk/>
            <pc:sldMk cId="448837524" sldId="257"/>
            <ac:grpSpMk id="10" creationId="{DECADBB1-1963-43E7-B251-6CA0A48E78D1}"/>
          </ac:grpSpMkLst>
        </pc:grpChg>
        <pc:grpChg chg="mod">
          <ac:chgData name="Simranjit Singh" userId="2e0607b0-f894-409e-bc5e-dd11296ae8bf" providerId="ADAL" clId="{7D381620-0CA5-4D27-967A-04682E85A192}" dt="2022-09-01T06:46:41.354" v="6"/>
          <ac:grpSpMkLst>
            <pc:docMk/>
            <pc:sldMk cId="448837524" sldId="257"/>
            <ac:grpSpMk id="11" creationId="{35CA1F78-39B6-4B9C-AFD9-A24D559286CA}"/>
          </ac:grpSpMkLst>
        </pc:grpChg>
        <pc:inkChg chg="add mod">
          <ac:chgData name="Simranjit Singh" userId="2e0607b0-f894-409e-bc5e-dd11296ae8bf" providerId="ADAL" clId="{7D381620-0CA5-4D27-967A-04682E85A192}" dt="2022-09-01T06:46:41.354" v="6"/>
          <ac:inkMkLst>
            <pc:docMk/>
            <pc:sldMk cId="448837524" sldId="257"/>
            <ac:inkMk id="3" creationId="{26B2EE07-68F8-4421-9A1D-D68EEBD52621}"/>
          </ac:inkMkLst>
        </pc:inkChg>
        <pc:inkChg chg="add mod">
          <ac:chgData name="Simranjit Singh" userId="2e0607b0-f894-409e-bc5e-dd11296ae8bf" providerId="ADAL" clId="{7D381620-0CA5-4D27-967A-04682E85A192}" dt="2022-09-01T06:46:41.354" v="6"/>
          <ac:inkMkLst>
            <pc:docMk/>
            <pc:sldMk cId="448837524" sldId="257"/>
            <ac:inkMk id="4" creationId="{ED5D670A-8896-4EF6-8ACC-687B54837001}"/>
          </ac:inkMkLst>
        </pc:inkChg>
        <pc:inkChg chg="add mod">
          <ac:chgData name="Simranjit Singh" userId="2e0607b0-f894-409e-bc5e-dd11296ae8bf" providerId="ADAL" clId="{7D381620-0CA5-4D27-967A-04682E85A192}" dt="2022-09-01T06:46:41.354" v="6"/>
          <ac:inkMkLst>
            <pc:docMk/>
            <pc:sldMk cId="448837524" sldId="257"/>
            <ac:inkMk id="6" creationId="{7E53A85A-A1A2-4973-B202-85E147607F07}"/>
          </ac:inkMkLst>
        </pc:inkChg>
        <pc:inkChg chg="add mod">
          <ac:chgData name="Simranjit Singh" userId="2e0607b0-f894-409e-bc5e-dd11296ae8bf" providerId="ADAL" clId="{7D381620-0CA5-4D27-967A-04682E85A192}" dt="2022-09-01T06:46:41.354" v="6"/>
          <ac:inkMkLst>
            <pc:docMk/>
            <pc:sldMk cId="448837524" sldId="257"/>
            <ac:inkMk id="7" creationId="{B2055A6B-E314-48B9-8163-ACD76102D40B}"/>
          </ac:inkMkLst>
        </pc:inkChg>
        <pc:inkChg chg="add mod">
          <ac:chgData name="Simranjit Singh" userId="2e0607b0-f894-409e-bc5e-dd11296ae8bf" providerId="ADAL" clId="{7D381620-0CA5-4D27-967A-04682E85A192}" dt="2022-09-01T06:46:41.354" v="6"/>
          <ac:inkMkLst>
            <pc:docMk/>
            <pc:sldMk cId="448837524" sldId="257"/>
            <ac:inkMk id="8" creationId="{97063FFC-38A6-4172-A993-416830B0F088}"/>
          </ac:inkMkLst>
        </pc:inkChg>
        <pc:inkChg chg="add mod">
          <ac:chgData name="Simranjit Singh" userId="2e0607b0-f894-409e-bc5e-dd11296ae8bf" providerId="ADAL" clId="{7D381620-0CA5-4D27-967A-04682E85A192}" dt="2022-09-01T06:46:41.354" v="6"/>
          <ac:inkMkLst>
            <pc:docMk/>
            <pc:sldMk cId="448837524" sldId="257"/>
            <ac:inkMk id="9" creationId="{B0B7F4B3-98B5-457C-8645-4BED9639099F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06T05:20:18.259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4591 6999 134 0,'0'0'71'16,"0"0"-35"-16,0 0 40 15,0 0 1-15,0 0-43 16,0 0-12-16,2 0 11 15,-2 0-2-15,0 0-4 16,0 0 2-16,0-3-5 0,0 1-10 16,-2 0-8-16,0 0-2 15,0 0-1-15,2-2 6 0,-2-1-4 16,-5 4-2-16,3-5 0 16,-3 4 1-16,-2-3 0 15,2 2-2-15,3 1 5 0,-2 0-1 16,4 0 0-1,-4-1-6-15,0 3 1 16,4 0 3-16,-3 0-1 16,1 0-1-16,-2 0-2 15,-4 0 1-15,6 0-1 16,-3 0 1-16,-1 0-1 0,-4 0 0 16,-1 0 2-1,-1 3-2-15,5 3 0 0,-2 2-2 16,4 1 1-16,1 6-1 31,1-3-2-31,5 4 4 0,0 0-1 16,0-4-2-16,0 4 1 15,5 0-4-15,13 1 3 16,6-1 3-16,-2 0 0 16,3-2-4-16,2 0 4 0,-5-5 1 15,5-2 1-15,-5-4-2 16,0 0 0-16,3-3-4 15,-7 0 4-15,-3 0 7 16,-4 0-5-16,-1-8 14 16,-4-1-12-16,-2 2-1 15,-1-1 4-15,-1-2-7 0,-2 2-1 16,0-1 1-16,0 0 0 16,0 0 6-16,0 0-9 15,0 2 6-15,0 3-5 16,0 2 2-16,0 2-11 0,0 0-34 15,0 0-38-15,-5 0-22 32,1 0-44-32,2 0 13 15,2 0-22-15</inkml:trace>
  <inkml:trace contextRef="#ctx0" brushRef="#br0" timeOffset="1403.53">4699 7142 25 0,'0'0'100'15,"0"0"-52"-15,0 0 10 16,0 0 4-16,0 0 29 15,0 0-39-15,-7-32-8 16,7 26-28-16,0 2 33 16,0 0-8-16,0 3-26 15,0-2-1-15,0 1-2 16,0 0 14-16,0 0-2 16,0 0-9-16,0 2-6 0,0-2-3 15,0 2 1 1,0 0-7-16,0 0 7 15,0 0-5-15,0 0 5 16,0 0-5-16,0 0 0 0,0 0-2 16,0 0 0-16,0 0-1 15,0 0-2-15,0 0-17 16,0 8 9-16,0 12 11 16,0 6 5-16,5 9 7 15,-1 3-4-15,0 2-3 0,-2-2 7 16,3-2-6-16,-3-2-5 15,0-5 1-15,-2-2 1 16,2-3 2-16,1-4-5 16,-1-6 0-16,1-2 0 15,-1-2 0-15,0-4 3 16,0-3-3-16,0-2 1 0,-2-1-1 31,0 0 0-31,0 0 2 16,0 0 11-16,2 0-6 0,1 0 5 15,-3 0-6-15,0 0 0 0,2 0 6 16,-2 0-7-16,0-1-3 16,0-2-2-16,0-3 6 15,0 3-3-15,0-4-3 16,0 2 0-16,4-3 3 16,0-4-3-16,2 3 0 15,0-3-12-15,1 2 12 16,1 0 0-16,0 0-5 15,0 0 5-15,3-1 0 16,3-1 2-16,1-2-2 16,3-4 0-16,-3 4-14 0,-1 2 12 15,-5 7 0-15,-5 1-95 16,-4 4-85-16,0 0-272 16</inkml:trace>
  <inkml:trace contextRef="#ctx0" brushRef="#br0" timeOffset="2089.01">5006 7296 296 0,'0'0'55'16,"0"0"15"-16,0 0 35 16,0 0-21-16,0 0-56 0,0 0 8 15,-2-5-3-15,-2 5 0 16,-1 0-24-16,-2 0-4 15,1 0-2-15,-3 0-2 16,-3 0-1-16,1 12 0 16,-2 6-2-16,2 8 1 15,0 4 1-15,2 4 2 0,4 0-2 16,5 0-3-16,0-3 2 31,0-5-2-31,12-6 1 16,10-6 1-16,4-6 0 0,1-7-4 15,2-1 5-15,-4 0 24 16,-3 0-8-16,-4-12 9 16,-7-3-6-16,-2-5 6 15,-5-2 17-15,-4-7-21 16,0 0 11-16,0 0-19 0,-6 3-7 16,-12 4-1-16,0 7-4 15,-2 2-1-15,-3 6 0 16,0 6-1-16,-2 1-2 15,0 0-58-15,0 0-126 0,6 0-161 16</inkml:trace>
  <inkml:trace contextRef="#ctx0" brushRef="#br0" timeOffset="4640.2">4830 9154 85 0,'0'0'116'16,"0"0"-70"-16,0 0 73 16,0 0-25-16,0 0-52 15,0 0 24 1,6-28-6-16,-6 24-8 16,0 0-2-16,0 1-13 15,0 2 5-15,0-2-16 16,0 2-18-16,0-3-8 0,0 2 2 15,-4-1 0 1,-5 1-1-16,-1-1 2 0,0 1-1 16,-3 0-2-16,-1 2 4 15,-1-2-1-15,-1 2-2 0,1 0 0 16,-3 0-1-16,0 0 0 16,-2 6 0-16,0 4-2 15,2 2 2-15,2 3-1 16,3 6-1-16,2 2 1 15,4 8-4-15,7 1 4 0,0 4-2 16,0-5 2 0,0 2 0-16,14-8-2 0,8-8 1 15,0-5-5-15,3-7 1 16,0-5 6-16,-1 0 7 16,-2-11 2-16,-4-7 1 15,-3-1-2 1,-1-4 2-16,-5 0 9 15,-1 2 12-15,-2 1-4 0,-4 3-6 16,0-2-1-16,-2 5-6 16,0 3-2-16,2-1-2 15,-2 7-5-15,0-1-5 16,0 2 1-16,0 2-3 16,2 0 2-16,0 2-1 15,1 0 0-15,-3 0 0 0,0 0 0 16,0 0 0-16,0 0 1 15,0 0-3-15,0 0 1 16,0 0 1-16,0 0 1 16,0 0 1-16,0 0-1 15,0 0-5 1,0 0 3-16,0 4-5 16,0 14 7-16,0 6 1 15,0 7-1-15,-3 1 1 16,-5 1-1-16,-2-1 3 15,4-1-3-15,1-2 2 0,3 4-1 16,0 0 1-16,-2 1-2 16,2 3 0-16,-4-5-1 15,4-4 2-15,-2-7-1 0,2-6 0 16,2-5 0-16,0-3 2 16,0-4-5-16,0-3 3 15,0 0-5-15,2 0 5 16,12-6 12-16,3-6-7 15,-1-2-1 1,-3 0-3-16,1 2-2 16,-5 4 0-16,-1 2-8 15,2 2-89-15,-4-1-142 16,1 2-199-16</inkml:trace>
  <inkml:trace contextRef="#ctx0" brushRef="#br0" timeOffset="5071.78">5100 9443 299 0,'0'0'146'0,"0"0"-36"16,0 0 53-16,0 0-57 16,0 0-40-16,0 0-27 15,0 0-4-15,0-12-19 16,0 12-3-16,0 0-13 15,0 13-1-15,-2 10 1 16,-3 3 6-16,1 4-1 16,2-2 1-16,-1-1-3 0,1-4-1 15,2-2-2-15,0 0 0 16,0-3 0-16,0-4 0 0,0-2 0 16,0 0-2-1,0-6-155-15,0-2-371 0</inkml:trace>
  <inkml:trace contextRef="#ctx0" brushRef="#br0" timeOffset="9055.25">4915 11185 105 0,'0'0'273'0,"0"0"-237"0,0 0-10 16,0 0 33-16,0 0 25 16,0 0-40-16,-16-43-23 0,14 36 28 15,-1 1-27-15,3-1-7 16,-2 2 15-16,0 1 0 15,-2 1-19-15,0-2 1 16,-1 3-2-16,-2-2-3 16,0 4-1-1,-1-2-4-15,-3 2 0 16,-5 0-2-16,-2 0 1 16,-4 0-1-16,-1 0 0 15,-1 0 0-15,-3 0 0 16,0 4 3-16,3 5 0 15,0 3-3-15,3 1 0 16,6 0-5-16,3 2 5 0,8 2-1 16,4 3-4-16,0-1 3 15,4 2-5-15,21 4 3 16,8-3 4-16,5-5 0 16,1-3-1-16,-4-7 1 15,-4-2 0-15,0-5 0 0,-6 0 0 31,-3-2 3-31,-2-15 6 16,-2-1-2-16,-5-3 3 0,-4-4-10 16,-4 1 9-16,-5 1 0 15,0 3 6-15,0-1-1 16,0 5-1-16,0 6-3 16,0 2 11-16,-3 5-10 15,1 3-6-15,2 0 1 0,0 0-5 16,0 0-1-16,0 0-3 15,0 0-4-15,0 9-2 16,0 8 9-16,0 8 3 16,0 2-3-16,0 2 0 15,-2 7 0-15,-3 4 1 16,-1 2-1-16,-3 7 0 0,0-6 0 16,0 3 0-16,3-9 4 0,1-11-4 31,3-5 0-31,2-6 0 0,0-5-1 0,0-6 1 15,0-4-1 1,0 3-5-16,0-3 5 16,0 3-9-16,9-3 9 15,2 0 2-15,7 0 6 16,4 0-2-16,0 0-4 16,3 0-2-16,-3-3 1 0,1-4-109 15,-8 3-189-15</inkml:trace>
  <inkml:trace contextRef="#ctx0" brushRef="#br0" timeOffset="9635.83">5158 11526 44 0,'0'0'255'0,"0"0"-201"16,0 0 47-16,0 0-43 15,0 0 39-15,0 0-29 16,0-76-29-16,2 65-16 16,16-1-16-16,6-1 11 15,3 4-10-15,2 4 4 16,-7 5-12-16,-1 0 0 0,-10 4-8 16,-5 22 5-16,-6 9 3 15,0 8 4-15,-4 4 6 16,-19-1-4-16,-2-7-4 15,0-3 0-15,2-9 1 16,3-8-1-16,2-6-1 0,7-4 1 31,2-6 1-31,7-2 0 16,2-1 3-16,0 0 1 16,0 0 8-16,0 0-12 15,13-5 12-15,11-1-15 0,6-1 0 16,-1 6 3-16,2 1-3 15,-2 0-1-15,-2 0-3 16,-1 0-4-16,-3 6-10 0,-4-1-165 16,0-1-213-16</inkml:trace>
  <inkml:trace contextRef="#ctx0" brushRef="#br0" timeOffset="17218.75">4705 13569 53 0,'0'0'75'0,"0"0"-25"0,0 0-17 15,0 0-5 1,0 0 14-16,0 0-21 16,0 0 4-16,0-15-1 15,0 15 2-15,0 0-5 16,0 0-3-16,0 0-7 0,0-3 4 16,0 3-3-1,0-2 10-15,0 2 13 16,0-2-20-16,0 1 3 15,0-2-2-15,0 1-4 0,0 2-1 16,0-2-4-16,-2 2 9 16,2-2-4-16,-4-1 0 15,-1 3-3-15,0-3-3 16,-1 1-2-16,-3-2 3 16,0 4-5-16,-5-2 2 0,-1 2 0 15,-3 0-3-15,3 0-1 16,-1 0 3-16,1 0-3 31,1 0 1-31,-1 8 0 0,-8 7-1 16,-4 8 1-16,-4 1 5 15,0 10 49-15,6 2-47 16,10 1-5-16,6-4-1 16,9-4-2-16,0-5-1 15,18-5-4-15,22-12-3 16,13-5 8-16,8-2-2 0,1 0 12 15,-4-9-5-15,-9-8 3 16,-11 1 11-16,-7-2-16 16,-6-1 8-16,-8 5-7 0,-3-6-3 15,-3 5 9-15,-7-3-8 16,1 4 3-16,-5-2-5 16,0 4 1-16,0 0 11 15,0 3 8-15,0 1-10 16,0 3-1-16,0 0-6 15,-5 1 2-15,1 1-4 16,2 1 1-16,0 2 5 16,2 0-6-16,0 0-1 0,0 0-1 31,0 0 1-31,0 0-5 0,-2 5 1 16,-5 19 4-16,0 9-1 15,-4 2 1-15,0 8 0 16,1-3 3-16,2 0-3 15,1-1 0-15,1-2 0 16,2-2 0-16,0-3 0 16,4-1-1-16,0-1 1 0,0-10 0 15,0 1-1-15,0-9-1 16,0-3 2-16,14-2-8 16,-1-5 1-16,3-2 4 15,-1 0-1 1,6 0 4-16,-1 0 14 15,0-12-14-15,-2-2-142 16,-5 0-303-16</inkml:trace>
  <inkml:trace contextRef="#ctx0" brushRef="#br0" timeOffset="17851.68">5006 13999 267 0,'0'0'61'16,"0"0"37"-16,0 0-8 16,0 0-7-16,0 0-33 15,0 0-35-15,-4-55-6 0,21 50 17 16,6-4-10-16,4 5-12 16,-1 2-2-16,1 2-2 15,-7 0-4-15,-4 6-7 16,-5 14 9-16,-9 6 2 0,-2 0 6 15,0 2-1-15,-5-1-1 16,-14-1-2-16,-1-4 1 16,-3-7-3-16,6-2 2 0,5-5 1 15,8-7 0-15,4-1-3 16,0 0-1-16,0 0-28 16,22 0 17-16,7 0 10 15,3 0 4-15,-3 0-2 16,-8 0 0-16,-3 0-3 15,-7 19-10 1,-1 3 13-16,-8 0 7 16,-2 2-3-16,0-2-1 15,0-3 2-15,-12-2-2 16,-3 0 4-16,-1-5-4 0,1-5 0 16,-3-1 11-16,5-3-4 15,-3-3-4-15,1 0 0 16,1 0-6-16,1-3 0 15,-1-7-36-15,-1 0-206 0</inkml:trace>
  <inkml:trace contextRef="#ctx0" brushRef="#br0" timeOffset="22696.63">4846 16262 255 0,'0'0'44'16,"0"0"-11"-16,0 0 26 0,0 0 6 15,0 0-6-15,0 0-32 16,0 0-6-16,0-36-10 16,0 33 12-1,0-2 8-15,0 5 7 16,0 0 13-16,0-4 0 16,0 4-13-16,0-3-19 15,0 0-9-15,0-1-3 16,0 0-1-16,-10 0-4 15,0-1-1-15,-6 0 5 16,0 1-3-16,-2 4-3 0,1-3 8 16,1 3-5-16,-1 0 1 15,-2 0-1-15,1 0-3 16,-1 0 2-16,0 7-8 16,4 11 9-16,-3 8-5 15,5-2 2-15,4 10-2 16,6-6 1-16,3-1-7 15,0-1 5-15,19-12-5 16,10-5 6-16,6-4 2 16,5-5 1-16,3 0 8 15,-5-14-8-15,-5-8 5 16,-6 0-6-16,-7-6 5 16,-7 1-4-16,-4 1 4 0,-2 5-4 15,-5 2 0-15,1 9 2 16,-3 2-1-16,0 2-2 15,0 6-2-15,0 0 2 16,0 0 0-16,0 0-2 16,0 2-2-16,0 16 1 15,0 5 3-15,-7 6 0 0,2 3 4 32,-2 0-1-32,5 7-6 15,0-7 6-15,2 0-2 0,-2-3-1 16,2 0 1-16,0-3-2 15,0-8 2-15,0 4-2 16,0-8 2-16,0-2 6 16,0 3-7-16,0-8 0 15,0 0-3-15,2-7-2 0,16 0 3 16,2 0 2-16,2 0 3 16,-4 0 5-16,-2 0-6 15,-3 0-2-15,-4 0-14 16,-2 0-166-16,-1 7-122 0</inkml:trace>
  <inkml:trace contextRef="#ctx0" brushRef="#br0" timeOffset="23547.25">5122 16566 545 0,'0'0'112'0,"0"0"-61"0,0 0 53 15,0 0-60-15,0 0-31 16,0 0-9-16,0 0 2 15,-11-17-3-15,8 17-1 0,3 0 2 16,-2 0-4-16,-2 8 0 16,0 10 0-16,-3 5 2 15,3-2 0 1,1 1-1-16,-2 0 0 0,5-2-1 16,0 1 2-16,0-4-2 15,0 2 0-15,0-6-2 16,0 1 2-16,12-5-13 15,1-1-2-15,5-2 14 16,2-6 1-16,0 0 7 0,3 0 4 16,-1 0 3-16,0 0-14 15,-2 0 3-15,-3 0 0 16,2 0-3-16,-5-4-2 31,-4-3 2-31,-1-5 6 16,1 3-5-16,-4-4-1 15,1 4 2-15,-3-6-2 0,-2 3 0 16,-2 2 0-16,0-2-2 16,0 7 2-16,0-4 0 15,0 1-1-15,0 2-1 0,0 3 0 16,0 3 2-16,-2-5 17 16,-2 5-16-16,-1-4 4 15,5 4-3-15,0 0 1 0,-2 0-3 16,0 0 0-16,0 12-3 15,0 11 2-15,-1 9 1 16,0 3 2-16,3 6 0 16,0 3 3-16,0-4-3 15,0 1 0-15,0-2-2 16,0-6 0 0,10-4-1-16,1 0 0 15,2-8-198-15</inkml:trace>
  <inkml:trace contextRef="#ctx0" brushRef="#br1" timeOffset="-96500.67">3836 4821 104 0,'0'0'95'0,"0"0"-77"0,0 0 2 32,0 0 31-32,0 0 4 15,0 0-23-15,0 0-3 16,2-14-7-16,-2 14-2 0,0 0-5 15,0 0 7-15,0-2 6 16,0-3-1-16,0 3-18 16,0-1-7-16,-5-1 7 15,-3 4-6-15,-5-3-1 0,-1 3 0 16,-3 0-2-16,-4 0 0 16,-1 0 0-16,1 3 0 15,0 6 0 1,0 3 1-16,1 4-1 0,0 1-1 0,4 1-1 15,3 0-2-15,5 0 1 16,5-1 2-16,3-1-3 16,0-1-1-16,9-3-1 15,16 0 6-15,6-7 5 16,5-2-2-16,-1-3 0 16,5 0 1-1,-5 0-3-15,-3 0-1 16,-5 0 2-16,-7 4-2 15,-2 4 0-15,-7 0-2 0,-7 4 1 16,-4 2-1-16,0 2 1 16,0 2 1-16,-4 1 3 15,-14-5 0-15,-2 1 0 16,0-3 3-16,-3-4 0 16,-1-2 6-16,-2-6 9 15,-3 0 1-15,0 0-1 0,4 0 8 16,2-4 16-16,6-4-26 15,1 0-9-15,7 4-7 16,5 2-2-16,2 2-1 16,2 0-16-16,0 0-272 0</inkml:trace>
  <inkml:trace contextRef="#ctx0" brushRef="#br1" timeOffset="-96014.99">4055 4706 447 0,'0'0'36'16,"0"0"-4"-16,0 0 42 15,0 0-32-15,0 0-39 16,0 0 1-16,0 44-1 0,11 2 6 16,-1 7 1-16,4 2 12 15,-3 3 7-15,-2 0 0 0,0-3-17 16,-4 1-6-16,-3-5-2 15,2-8-2-15,0-11 7 16,1-11-9-16,-5-20-208 31</inkml:trace>
  <inkml:trace contextRef="#ctx0" brushRef="#br1" timeOffset="-95783.46">3970 4991 434 0,'0'0'79'15,"0"0"-66"-15,0 0 35 16,0 0-9-16,0 0-36 16,0 0 1-16,129-15-3 15,-89 15 3-15,-2 0-4 16,0 0 0-16,-3 0 0 0,-1 0-39 15,-3 5-153-15,-2-1-104 16</inkml:trace>
  <inkml:trace contextRef="#ctx0" brushRef="#br1" timeOffset="-95334.47">4502 4925 145 0,'0'0'81'0,"0"0"-41"0,0 0 73 16,0 0-38-16,0 0-40 15,0 0 1-15,-53-53 2 16,44 53-5-16,-2 0-21 16,-7 0-6-16,-2 0-3 15,-9 14 0-15,0 7-3 16,5 2 0-16,1 4 0 16,8 4 0-16,5-2-2 15,10 5-1-15,0-2 1 16,2-4 0-16,25-3 2 15,7-11 2-15,11-9 5 16,-3-5-2-16,1 0 2 16,-6-14-5-1,-12-14 2-15,-8-4 1 16,-7-3 1-16,-8 2 4 16,-2 5-5-16,0 4 4 0,0 10 2 15,0 6 49-15,0 8-11 16,0 0-14-16,0 0-35 15,0 6-19-15,0 16 15 16,0 4 4-16,0 1 4 0,4-1-3 16,5 6 2-16,3-3 0 15,-4 2-1-15,5-3 0 16,-1-5-2-16,3-9-10 16,1-6-223-16,-1-8-339 15</inkml:trace>
  <inkml:trace contextRef="#ctx0" brushRef="#br1" timeOffset="-95080.64">4743 4791 59 0,'0'0'502'15,"0"0"-456"-15,0 0-12 0,0 0 9 16,0 0-39-1,0 0 18-15,20 95 20 0,-18-51-9 16,3 7-9-16,-5-1-4 16,2 6-7-16,2 7-5 15,-2-4-5-15,4-2-2 16,-2-11 2-16,0-14-3 0,-2-16-109 16,1-13-352-16</inkml:trace>
  <inkml:trace contextRef="#ctx0" brushRef="#br1" timeOffset="-94512.8">4647 5020 264 0,'0'0'217'0,"0"0"-186"15,0 0-18-15,0 0-9 0,0 0 8 16,0 0-5-16,45 14-2 15,-16-5-2-15,5 1-1 16,-1-2 1-16,0-3-3 16,3-4 0-16,-5-1-7 15,-4 0-2-15,-5 0-20 0,-6 0-31 16,-3 0-2-16,-2 0 56 16,-4-6 5-16,1 4 2 15,0 0-1-15,-2 0 0 16,1 2 1-16,1-2-1 0,2 2 0 15,-1-2 0-15,1 2 3 16,2-2 1-16,-1-1-3 16,-2 0 4-16,0-3 2 15,0 0 3-15,-3-5-2 16,1-1 2-16,-2 1-5 16,-3-5-1-1,-2 0 3-15,0 0-7 16,0 4 2-16,0 2 2 15,-18 4 6-15,-7 6-6 16,-6 0-2-16,-4 0-1 16,-3 24-1-16,0 6 0 15,9 10 4-15,7 6 4 16,17 0 3-16,5 2 3 0,0-4 5 0,32-3 5 16,10-11-5-1,13-9 1-15,6-8-5 0,-1-7-5 16,-6-6-2-16,-8 0-6 15,-9 0 0-15,-10-12-2 16,-6-2-101-16,-10 0-262 16</inkml:trace>
  <inkml:trace contextRef="#ctx0" brushRef="#br1" timeOffset="-91005.56">7447 4802 193 0,'0'0'36'16,"0"0"-32"-16,0 0 29 15,0 0 26-15,0 0-38 16,0 0 3-16,0 0 28 16,-13-15-2-16,11 10-7 15,0 1-16-15,-3 1 0 0,3 3-13 16,-5-3-8-16,0 1 1 0,1 0-1 16,-6 0-5-1,-1 2 0-15,-2 0 1 0,-3 0-2 16,-1 0 0-16,-2 0 1 15,-2 0 0-15,-1 0 0 16,1 0-1-16,1 0 0 0,6 0 0 31,1 6 0-31,8 6-3 16,2 4-11-16,5 5 3 16,0 0 6-16,3 2 5 15,21-2 4-15,5 0 2 16,5-5 0-16,3-2-4 15,-2-2 3-15,-2-7-2 0,-7-5-1 16,-8 0 2-16,-2 0-1 16,-7 0 0-16,-7 0 0 15,-2 0 3-15,0-4-4 16,0 1 0-16,0-2-2 0,-2 4 1 16,-12 1-1-16,1 0 0 15,-5 0-3-15,-2 0 3 16,2 0-1-16,-4 6 1 0,4 1 1 15,0 4-1-15,5-1 0 16,1 3-3-16,6 7 1 16,-1 1-2-16,7 5 3 15,0-2-3-15,0-2 0 16,13-2 4 0,10-2 6-16,6-7-1 15,0-4 4-15,0-7 0 16,-4 0 0-16,-5 0-1 15,-5-2-3-15,-4-6-1 16,-4 0-2-16,-2 0 3 16,-5 4-5-16,0 4-30 15,0 0-219-15</inkml:trace>
  <inkml:trace contextRef="#ctx0" brushRef="#br1" timeOffset="-90606.46">7643 4965 323 0,'0'0'24'0,"0"0"24"0,0 0 45 16,0 0-42-1,0 0-38-15,0 0-6 0,20 0 3 16,-4 0 13-16,-1 2-2 15,3 2-6-15,1-2-8 16,-7-2-1-16,-3 0-4 16,1 2-4-16,-2-2-3 0,-3 0-297 15</inkml:trace>
  <inkml:trace contextRef="#ctx0" brushRef="#br1" timeOffset="-89322.44">8227 4782 154 0,'0'0'75'0,"0"0"-41"15,0 0 11-15,0 0 62 16,0 0-55-16,0 0-34 16,-22-21-5-16,7 21-2 15,-4 0 1-15,0 0-2 16,-1 0-5 0,-3 0 1-16,3 14-2 15,2-1 2-15,-2 8-2 16,3 3 0-16,3 1 2 0,1 6 5 15,6 1-2-15,2 6 4 16,5 2 1-16,0 2 3 16,2 0 2-16,21-6-1 15,8 0-12-15,7-7 8 0,5-12 1 16,1-5-5-16,7-12 1 16,-3 0 2-16,0 0-2 15,-5-17-5-15,-5-6 1 16,-7-3 0-16,-7-4 1 15,-4 0-4-15,-6-4 0 16,-6 1-1 0,-3-4 4-16,-3-1 2 15,-2-3 6-15,0-3 1 16,0 3-1-16,0 0-3 0,-7 3-9 16,-1 6-2-16,-2 4 4 15,2 7-2-15,-1 4 5 16,-2 5 1-16,4 4-4 15,0 6 2-15,1 2-3 16,1 0-4-16,-2 0-2 16,-4 0 0-16,-2 16-2 0,-1 7 4 15,-3 6-1-15,3 13-2 16,1 3 3-16,4 11-2 16,4 2 2-16,5-2 1 15,0-1 1-15,0-4-2 0,16-5 0 31,9-10 2-31,2-7-1 16,6-14 0-16,3-10 2 16,-1-5-1-16,5 0 2 15,-1-15-4-15,-4-9 6 16,-4-4-4-16,-6-4 0 16,-3-2-2-16,-6 0 0 0,-10 2 0 15,-6 2 0-15,0 4 0 16,0 2 2-16,0 2 0 0,-6 8-1 15,-3 2 3-15,2 10-4 16,-2 2-1-16,3 0-6 16,-6 0 0-16,1 18 3 15,2 11 3-15,5 3-2 0,4 3 2 16,0 1 1 0,0-5 0-16,15-6 0 0,8-6 1 15,1-10-1-15,-2-9 2 16,1 0 1-16,-7-4 0 15,-3-18 3-15,-9-5-2 16,-4-8-1 0,0-3-1-16,0 4 0 15,-11 3-2-15,-3 9 0 16,3 11 0-16,3 4-2 16,1 7-2-16,-2 0-16 15,4 0-57-15,1 2-189 16</inkml:trace>
  <inkml:trace contextRef="#ctx0" brushRef="#br1" timeOffset="-88752.8">8925 4879 422 0,'0'0'71'16,"0"0"29"-16,0 0 32 15,0 0-47-15,0 0-65 16,0 0-12-16,0-7-8 0,0 9-17 16,0 15 17-16,0 6 6 15,0 5-5-15,0 3 1 16,0 1-1-16,0 0 1 15,0-2-2-15,0-2 3 16,13-6-1-16,3-8 0 16,4-7 2-16,0-7 2 0,5 0-3 15,-3-19 1-15,1-8-1 16,-6-8-1-16,-3 1-1 0,-8-1-1 31,-1 4 1-31,-5 6-1 16,0 9-1-16,0 7 1 15,0 5-3-15,0 1 0 16,0 3-7-16,-3 0-1 16,-1 9 10-16,-2 12 0 0,3-1 1 15,3 5 2-15,0 3-1 16,0 0 0-16,0-2 0 16,0 0 0-16,9 0-1 15,4-4 0-15,3-3 4 16,-5-6-4-16,0-5 1 15,-2-4 1-15,0 0 1 0,-3-1-3 16,4-3 0-16,-1 0-177 16,-1 0-234-16</inkml:trace>
  <inkml:trace contextRef="#ctx0" brushRef="#br1" timeOffset="-87884.43">9382 4867 342 0,'0'0'107'0,"0"0"-50"16,0 0 32-16,0 0-56 16,0 0-31-16,0 0-2 15,-73-9 0-15,52 23 0 0,3 3 0 16,7-2 0-16,3 2 0 31,3 3-6-31,5-2 5 16,0 2 2-16,18 1 6 0,11 2-6 15,2 0 12-15,0-3-8 16,-8-1-2-16,-8 0 0 16,-8 1-2-16,-7-3-1 15,0-1 0-15,-18-3 5 16,-9-8-2-16,-2-3 7 0,0-2-5 16,4 0-4-16,6-4 10 15,5-16-8-15,8-2 8 16,6-5-11-16,0 2 0 15,13 1-3-15,13 3-8 0,1 7-32 16,4 2-2-16,-4 7 33 16,2 2 10-16,-2 3 2 15,-2 0 0-15,-3 0 0 16,0 0-2-16,1 3 1 16,-1 7 1-16,-3 0-1 15,2-2 1 1,-1-2-1-16,-5 0 2 15,4-3 0-15,-6 0-1 16,0-3 6-16,5 0-4 16,-2 0-1-16,-3 0 3 0,-4-15 0 15,-2-4-1-15,-5-1 0 16,-2-6 1-16,0 2-4 16,0 0 0-16,-2 2-1 15,-14 4 5-15,1 5-4 0,-1 3 0 16,-4 8 0-1,-2 2 0-15,-3 0 0 16,0 12 0-16,-4 15 0 0,5 5 4 16,4 8-4-16,4 4-3 15,12 2 3-15,4-2 4 0,0-2 1 16,16-12 0-16,13-7 0 16,11-13 4-16,7-8-5 15,-1-2 3-15,-1 0-4 31,-7-9-1-31,-9-6-1 16,-8-3-1-16,-9 5-182 0,-10 3-264 16</inkml:trace>
  <inkml:trace contextRef="#ctx0" brushRef="#br1" timeOffset="-83513.26">11544 4722 131 0,'0'0'18'0,"0"0"27"0,0 0 25 16,0 0-25-16,0 0-4 16,0 0 7-16,0 0 0 15,0 0-5-15,0-16 2 16,2 15-18-16,-2 1 4 0,0 0-9 15,2 0-2-15,-2 0-13 16,0 0-7-16,3 0 0 16,-3 1-11-16,5 19 11 15,-1 10 0-15,-2 5 5 16,-2 0-1-16,0-3-1 16,0-1-3-1,0-4 0-15,0-1 4 16,0-6-2-16,-4-3 0 15,2-5-1-15,0-4 3 0,-1-7-2 16,3 2-2-16,0-3-8 16,-3 0-290-16</inkml:trace>
  <inkml:trace contextRef="#ctx0" brushRef="#br1" timeOffset="-83261.01">11604 4640 319 0,'0'0'150'0,"0"0"-119"0,0 0-17 15,0 0 33-15,0 0-28 16,0 0-6-16,110 65 2 16,-85-28 1-16,-2 1 1 15,0-2-7-15,-1-6-2 16,-1-4-3-16,-6-9-4 15,-1-7 0 1,-3-9-2-16,-5-1-22 16,3 0-184-16,-2-23-114 15</inkml:trace>
  <inkml:trace contextRef="#ctx0" brushRef="#br1" timeOffset="-83059.59">11903 4606 216 0,'0'0'150'0,"0"0"-36"0,0 0-5 0,0 0-10 15,0 0-29-15,0 0-44 16,0-24-26-16,0 38-11 16,0 12 11-16,0 8 7 15,0 2-1-15,2 2-5 16,3 2 4-16,-1-1-4 16,1-7-1-1,2-6-1-15,1-9-260 16,4-6-242-16</inkml:trace>
  <inkml:trace contextRef="#ctx0" brushRef="#br1" timeOffset="-82590.73">12046 4756 271 0,'0'0'187'0,"0"0"-130"15,0 0 59-15,0 0-28 16,0 0-80-16,0 0-8 0,2-6-2 16,5 14 2-16,1 0 5 15,2-2-1-15,3-3 0 0,3 0 2 32,1-3-1-32,-1 0 4 15,-1 0-4-15,1 0-1 0,-3-10-2 16,-3-4 0-16,-4 0-1 15,-1-2-1-15,-3 2-7 16,-2 2 7-16,0 0-7 16,0 6-10-16,-9 2 7 15,-11 4-4-15,-9 0 1 0,-9 0 13 16,-3 20 0-16,2 6 0 16,7 4 0-16,8 5-1 0,11-3-3 15,11-1 2 1,2-4-7-16,6-4 9 15,25-7 4-15,9-5-2 16,12-8 1-16,1-3 2 0,-1 0-5 16,-6-7 0-16,-10-7-49 15,-9 0-116-15,-11 1-238 16</inkml:trace>
  <inkml:trace contextRef="#ctx0" brushRef="#br1" timeOffset="-81893.76">12615 4694 141 0,'0'0'275'16,"0"0"-193"-16,0 0-20 15,0 0-5-15,0 0-57 16,0 0 6-16,-23 40-6 0,1-6 4 16,-3 0-1-16,-2 2-3 15,1 0 1-15,-3-3 3 16,2-3-3-16,3-5 0 15,3-4-1-15,8-13 0 16,-1-8-382-16</inkml:trace>
  <inkml:trace contextRef="#ctx0" brushRef="#br1" timeOffset="-81689.55">12327 4726 288 0,'0'0'239'0,"0"0"-167"0,0 0-16 16,0 0 14-16,0 0-23 16,0 0-19-16,114 54-11 15,-79-24-8-15,1 1-4 16,-3 2-1-16,-4 2-2 16,-2-5-2-16,-7-7-6 15,-3-10-305-15</inkml:trace>
  <inkml:trace contextRef="#ctx0" brushRef="#br1" timeOffset="-81410.16">12806 4610 572 0,'0'0'124'0,"0"0"-14"0,0 0-39 16,0 0-16-16,0 0-46 15,0 0-9-15,0 10-10 16,0 20 10-16,2 12 4 16,-2 6-2-16,0 0-1 15,0 5 7-15,0-2-7 16,0-2-1-16,0-2-4 15,0-6-15-15,-4-15-363 16</inkml:trace>
  <inkml:trace contextRef="#ctx0" brushRef="#br1" timeOffset="-81220.71">12648 4775 562 0,'0'0'97'0,"0"0"-93"0,0 0 7 16,0 0 9-16,0 0-15 15,144 0-4-15,-105 5 5 16,-8 2-6-16,-6-3-218 16</inkml:trace>
  <inkml:trace contextRef="#ctx0" brushRef="#br1" timeOffset="-80504">13299 4772 41 0,'0'0'119'0,"0"0"-29"15,0 0 68-15,0 0-46 16,0 0-58-16,0 0-19 15,6-20 40-15,-6 17-33 0,0-3-13 16,0 5-17-16,0-3-6 16,-11 2-2-16,-9 2-3 15,-5 0 1-15,4 0-2 16,-2 0 0-16,5 13-3 0,5 1 2 16,9-2-7-1,4 5 3-15,0 1 5 16,8 0 0-16,17-1 8 0,4 1-7 0,2-4 2 15,-6-2-3-15,-6 3 0 16,-7 2 1-16,-8 3-1 16,-4 1-4-16,0 5 0 15,-18-3 4-15,-11-5 0 16,0-1 0-16,3-8 5 16,-1-5-3-1,5-2 7-15,3-2-1 16,6 0-2-16,5-8 0 0,3-11-1 15,5-8-5-15,0-5-48 16,18-4-213-16</inkml:trace>
  <inkml:trace contextRef="#ctx0" brushRef="#br1" timeOffset="-80408.06">13299 4772 312 0</inkml:trace>
  <inkml:trace contextRef="#ctx0" brushRef="#br1" timeOffset="-80287.85">13299 4772 312 0,'145'-120'164'0,"-145"120"-139"0,0 0-5 0,4 26-14 15,0 10 62-15,3 4-21 16,2 4-23-16,0 0 2 16,-3-2-12-16,1-1-13 15,-2-4 7-15,-5-6-4 16,0-9-4-16,0-10-183 15</inkml:trace>
  <inkml:trace contextRef="#ctx0" brushRef="#br1" timeOffset="-79756.01">13377 4792 343 0,'0'0'59'0,"0"0"-34"0,0 0-4 15,0 0 5-15,0 0-14 32,144 41-11-32,-101-40-1 15,-1-1-74-15,-6 0-40 0,0 0 45 16,-7 0 36-16,-5-3 33 16,-8-5 9-16,-8-3 9 15,-3-1 38-15,-5 0 36 0,0-1 9 16,0 6-28-16,-7 0-31 15,-3 2-21-15,-2 5-5 16,-3 0-6-16,1 0-10 16,1 5 1-16,0 12 0 15,1 5 1-15,8 1 0 16,-1-1 3-16,5-2-3 0,0-3 3 16,0 0 2-16,11-9 0 15,12-4 0-15,-1-4-1 16,0 0 1-16,-4 0-2 15,-2-16 0-15,-7-7-1 16,-5 1-1-16,-4 0-1 0,0 4 0 31,0 6 4-31,0 5 1 16,0 7 39-16,0 0 13 16,0 0-52-16,-2 9-2 15,2 17-5-15,0 3 8 0,0 0-2 16,0 1-4-16,0-2 1 15,6 1-1-15,3-7 0 16,3-4-2-16,-1-9-175 0,5-9-362 16</inkml:trace>
  <inkml:trace contextRef="#ctx0" brushRef="#br1" timeOffset="-79536.05">13963 4560 138 0,'0'0'499'0,"0"0"-493"0,0 0 1 15,31 104 40-15,-22-56 47 16,0 4-59-16,-4-2-24 16,-1-1-2-16,-4-8-5 15,0-4-2-15,0-11-1 16,0-8-1-16,0-12-56 0,0-6-300 15</inkml:trace>
  <inkml:trace contextRef="#ctx0" brushRef="#br1" timeOffset="-79085.73">13945 4780 245 0,'0'0'235'15,"0"0"-206"-15,0 0-27 16,0 0-2-16,0 0 31 15,0 0-14-15,47 41-1 16,-16-31-8-16,7-3 1 16,3 0-5-16,1-6-4 15,2-1-37-15,1 0-40 16,-5 0-8-16,-1 0 58 16,0-5 16-16,-6-5 11 15,-1-5 4-15,-8 1-3 0,-4 0 5 16,-4 1 0-1,-5-1 2-15,-7 2 12 0,-4 1 10 16,0 3-3-16,0 4 39 16,-9 4-58-16,-15 0-7 0,-12 0 2 15,-4 8-1-15,-3 10 1 16,3 2-2-16,7 4 3 16,4 4 1-16,9 1 7 15,9 2 3 1,11-1 4-16,0-2-5 15,9-1 6-15,22-5-1 16,7-5-5-16,9-5 6 16,2-5-10-16,-1-7-4 15,-2 0-1-15,-4 0-5 16,-9-7-5-16,-8-8-198 16,-9 1-253-16</inkml:trace>
  <inkml:trace contextRef="#ctx0" brushRef="#br1" timeOffset="-73459.79">16270 4674 73 0,'0'0'156'0,"0"0"-116"15,0 0-2-15,0 0 23 16,0 0 17-16,0 0-66 16,0 0-3-16,7-15-4 15,-5 15 2-15,0 0 8 0,-2-3 15 16,0 3 14-1,0 0-3-15,0-2-1 0,0 2-1 16,0-4-4-16,0 0-26 16,0 0-5-16,-4-2-1 15,-7 2 2-15,-5 2-5 0,1 0 0 16,-6 2-2 0,1 0 2-16,-2 0 0 15,-2 0-1-15,1 6-1 16,4 10 0-16,3 0 2 15,9 2-6-15,5 3 2 16,2-2 3-16,0 3 1 16,15-4 1-16,14-4 4 15,4-1 1-15,6-6-2 16,-4-3-1-16,-1-4 0 16,-9 0-1-16,-6 0 2 0,-9 0-3 15,-6 0 0-15,-4 0 3 16,0 0-4-16,0 0-5 15,0 0 2-15,-16 0-2 16,1 0-1-16,-4 5 5 0,-1 0 1 16,1 7-2-16,-4 2 2 15,1 8-4-15,2 2 4 16,2 1-1-16,9-2 1 16,5-1-1-16,4-3 1 15,0-4 0 1,0-8 1-16,17-3 7 0,10-4 5 15,2 0 5-15,2 0-7 16,-2-2-8-16,-2-7-1 16,-9 4-1-16,-7 3 1 15,-4 0-2-15,-5 2 0 16,-2 0-66-16,0 0-144 16,0 0-200-16</inkml:trace>
  <inkml:trace contextRef="#ctx0" brushRef="#br1" timeOffset="-73080.6">16594 4782 338 0,'0'0'112'0,"0"0"-101"0,0 0 7 16,0 0 51-16,0 0-30 15,0 0-31-15,19 0 6 16,-1 0-1-16,5 0-1 16,-2 0-8-16,0 0 3 15,-5 0-6-15,-3 0 1 0,-4-2-2 16,-5 2-7-16,-2 0-208 16</inkml:trace>
  <inkml:trace contextRef="#ctx0" brushRef="#br1" timeOffset="-70908.02">17186 4613 49 0,'0'0'156'0,"0"0"-103"0,0 0 29 16,0 0 12-16,0 0-27 15,0 0 11-15,0-29-58 16,0 23-11-16,0 2 14 16,0 0-1-16,0 1 2 15,-4 0-5-15,0 1-7 0,-3 2-3 16,0 0-9-1,-4 0-2-15,-4 0 1 16,-1 0 1-16,-3 0 1 16,2 0 0-16,-1 0-1 0,3 0-2 15,-1 10-1-15,1 8 0 16,1 5-1-16,3 2 4 16,2 8 0-16,2-1 4 15,7 1-2-15,0 3 0 16,0-1 3-16,25-4-1 15,6-2-3-15,9-4 4 16,5-6 0 0,4-7 1-16,-3-5-3 0,-1-7 0 15,-5 0 2-15,-6 0-2 16,-5-16 2-16,0-3-1 16,-5-4-3-16,-1-4 5 0,-6-6-5 15,-1-4 2-15,-5-9 5 0,-2-7-4 16,-2-3-1-16,-3 0-2 15,-4 1 2-15,0 12-2 16,0 9 2-16,0 7 3 16,-11 10-1-16,0 4 6 15,2 6-4 1,0 6-3-16,4 1-1 16,1 0-3-16,-2 0-7 15,-3 21 4-15,-3 11 2 16,1 4-2-16,5 10 3 15,-2 0 1-15,8 4 0 16,0-3 0-16,0-1 1 16,23-5-2-16,6-5 3 0,4-6-1 0,10-7 0 15,-3-11-2 1,2-7 0-16,-1-5-7 16,-6 0-118-1,1 0-27-15,-3-12-82 16,-4-5 22-16,-6-4 186 15,-8-1 26-15,-6-1 52 16,-4 2 85-16,-5-3-55 0,0 2 32 16,0 2-28-16,-8 4-40 15,-5 4-1-15,3 6-32 16,-2 2 8-16,1 4-21 16,0 0 0-16,-1 7 0 15,2 16 0-15,5 3-5 16,5 3 5-16,0 0 1 0,0-3 3 15,18-6-2-15,8-6 1 16,4-6 0-16,-1-6 2 16,2-2 1-16,-7 0 1 15,-1-15-1-15,-6-11-3 16,-5-3 4-16,-10-5 0 16,-2 0-4-16,0 6 8 0,-12 5-9 15,-12 3-2-15,-8 13-5 16,-3 7-3-16,2 0 3 15,4 0-8-15,9 6-227 16</inkml:trace>
  <inkml:trace contextRef="#ctx0" brushRef="#br1" timeOffset="-69013.43">18135 4555 277 0,'0'0'133'0,"0"0"-61"16,0 0-10-16,0 0 5 15,0 0 8-15,0 0-34 16,4-17-24-16,-4 17-16 0,0 0-1 16,0 0-12-16,0 17 12 15,0 2 0-15,0 7 3 16,0 2 5-16,0 0-8 15,0 2 1-15,0-2-1 16,0-2 3-16,8-2-3 16,-1-4 1-16,3-6 8 0,4-5-6 15,2-6-3-15,0-3 11 16,4 0-5-16,-3 0 1 16,1-12-4-16,0-11 1 0,-2-3-1 15,-3-6 0-15,-1-3-3 16,-6 5 3-16,-2 2-3 31,1 8 1-31,-5 6 0 0,0 8 1 16,0 4 5-16,0 2 21 15,0 0-18-15,0 0-10 16,0 4-12-16,0 14 12 16,0 6 0-16,0 2 0 15,0 2 0-15,0 0 6 16,0 2-4-16,0-4-2 0,4 0 4 15,8-2-4-15,3-6-8 16,-1-6-249-16</inkml:trace>
  <inkml:trace contextRef="#ctx0" brushRef="#br1" timeOffset="-68198.21">18625 4562 161 0,'0'0'113'15,"0"0"-44"-15,0 0 24 16,0 0-24-16,0 0 7 15,0 0-35-15,-12-38-6 16,3 35-12-16,-7 3 1 16,1 0 1-16,-3 0-12 0,-2 0-6 15,4 4-4-15,-2 10-2 16,9 4-2-16,5 5 1 16,4-2 0-16,0 3 1 15,7 1 8-15,17-4-2 16,7 2 0-16,-2 0-3 0,3-6 0 31,-10-2-3-31,-7-6-1 16,-7 1 0-16,-8-3 0 15,0-2-2-15,-14 2 0 16,-13-6 2-16,0-1 7 16,0 0 1-16,8 0-7 15,3-4 2-15,5-14 0 0,4-5 0 16,7 0 0-16,0 1-3 0,0 2 0 15,20 6 0-15,5 6-4 16,4 2 3-16,0 4-11 16,2 2 1-16,0 0 3 15,-2 0 8-15,-2 0 0 16,-7 0 3-16,-5 0-3 16,-1 0 0-1,1 0-1-15,1 4 1 16,2 3 0-16,6-7 1 0,1 3 1 15,4-3-2-15,-4 0 1 16,-6 0-1-16,0 0 0 16,-11-12 0-16,-1-6 2 15,-3-1 1-15,-4-2-2 16,0 3 5-16,0 6-6 16,-4 2-3-16,-14 8 2 0,-6 2-2 15,-5 0 0-15,-5 5 3 16,-1 15-2-16,1 11 1 15,3 8 1-15,9 0-1 16,8 3 1-16,12-4 4 16,2-4-4-16,9-6 4 0,22-8 4 15,9-8-3-15,4-5 0 32,-3-7-4-32,-5 0-1 0,-9 0-169 15,-10-5-280-15</inkml:trace>
  <inkml:trace contextRef="#ctx0" brushRef="#br0" timeOffset="-14684.5">5686 7299 228 0,'0'0'39'0,"0"0"-26"15,0 0 3-15,0 0 33 32,0 0 15-32,0 0-26 15,-13 0-15-15,13 0 15 0,0 0 8 16,0 0-4-16,-2 0-13 15,2 0-1-15,0 0 1 16,0 0-5-16,0 0-6 16,0 0-2-16,0 0-11 15,0 0 3-15,0 0 0 16,8 0-7-16,15 0 5 0,4 0-3 16,10 0-1-16,11 0-2 15,14 0 2-15,15 0-1 0,13 0-1 16,5 0-3-1,-3 4 3-15,-14 0 0 0,-13-3-2 16,-21 2-2-16,-11-3-1 31,-12 0-7-31,-10 0 1 16,-4 0 1-16,-3 0 2 16,-2 0 3-16,3 0 5 0,3 0-4 15,6 0-84-15,-1 0-45 16,1 0-89-16</inkml:trace>
  <inkml:trace contextRef="#ctx0" brushRef="#br0" timeOffset="-13313.26">5635 9385 163 0,'0'0'84'0,"0"0"-65"16,0 0 47-16,0 0 47 16,0 0-45-16,0 0-5 15,0-7-11-15,0 7-16 16,0-1-13-16,0 1-4 16,13 0-16-16,10 0 6 15,12 0-8-15,9 0 1 0,20 0 2 16,13 0-2-16,14 0 0 15,12 0-2-15,0 0 1 16,-16 0-1-16,-14 0-1 0,-19 0 1 16,-17 0-4-1,-10 0 4-15,-11 0-3 0,-7 0 3 16,-7 0-11-16,-2 0-1 16,2 0-7-16,-2 0-69 15,2 0-102-15,1 0-134 0</inkml:trace>
  <inkml:trace contextRef="#ctx0" brushRef="#br0" timeOffset="-12004">5931 11272 281 0,'0'0'217'0,"0"0"-171"0,0 0-37 16,0 0-2-16,0 0-5 15,0 0 3-15,-60-19 0 16,60 19-3-16,-2 0 0 0,-1 0 5 16,3 0-7-16,0 0 5 15,0 0 0-15,0 0-3 16,0 0-2-16,-2 0 2 15,0 0 0-15,0 0-1 16,2 0 0-16,-2 0-1 16,2 4-4-1,0 2 4-15,0 0 3 16,0 0-2-16,0 0 0 16,-2-2-1-16,2-2 1 0,0 0-1 15,0 1 0-15,0-2-6 16,0 2 6-16,22-3 10 15,14 1 3-15,10-1-4 16,14 0-6-16,14 0-3 16,4 0 3-16,2 0 0 0,-7 0-3 15,-15 0 1-15,-10 0-1 16,-13 0 0-16,-10 0 0 16,-8 0 2-16,-7 0-2 15,-4 0 1-15,-4 0-1 16,3 0 1-1,-3 0-1-15,2 0-1 16,4 0 0-16,0 0-40 0,3 0-271 16</inkml:trace>
  <inkml:trace contextRef="#ctx0" brushRef="#br0" timeOffset="-10711.13">5820 13805 252 0,'0'0'87'16,"0"0"-39"-16,0 0 64 15,0 0-35-15,0 0-16 0,0 0-9 16,0 0-22-16,0 0-15 15,0 0-5-15,0 0 0 16,0 0 0-16,0 0 1 16,0 0-3-16,0 0-4 15,0 0 5-15,0 0-5 16,22 0-4 0,18 0 6-16,19 0-2 15,18 0-4-15,21 5 3 16,7-3-3-16,-1 0 0 15,-10-2-2-15,-13 2 1 16,-15-2 1-16,-14 2 0 16,-15-2 0-16,-14 0 0 0,-10 0-2 15,-8 0-3-15,-3 0-9 16,-2 0-110-16,0 2-5 0,0 3-200 16</inkml:trace>
  <inkml:trace contextRef="#ctx0" brushRef="#br0" timeOffset="-9507.59">5808 16312 331 0,'0'0'53'0,"0"0"-27"16,0 0 71-16,0 0-16 16,0 0-6-16,0 0 3 15,-27-5-32-15,27 5-24 16,0 0-3-16,0 0-9 15,0 0-4-15,4 0-6 16,21 0 0 0,21 0 2-16,20 0 0 15,21 0 3-15,23 0-4 0,5 0-1 16,-5 0 0-16,-12 0-2 16,-16 0-2-16,-17 0-5 15,-16 0-12-15,-15 0 8 16,-17 0 9-16,-8 0 3 15,-6 0 1-15,-3 0-2 0,0 0-12 16,-10 0-12-16,-3 5-24 16,0-1-78-16,3 0-190 15</inkml:trace>
  <inkml:trace contextRef="#ctx0" brushRef="#br0" timeOffset="882.69">7284 6604 160 0,'0'0'102'16,"0"0"-84"-16,0 0-15 15,0 0 14-15,0 0 7 0,0 0-12 16,0 0-6-16,5-7-2 15,-5 7 8-15,0 0 11 32,0 0 23-32,0 0 18 15,0 0-3-15,0 0-17 16,0 0-22-16,0 0-9 0,0 0-5 16,0 0-4-16,0 0-4 15,0 0 0-15,2 0 1 16,-2 0-1-16,2 0 1 15,-2 0 4-15,0 0 1 16,0 0-4-16,0 0 3 0,0 0-1 16,0 0 2-16,0 0-6 15,0 10 2-15,-4 12 1 16,-5 6 3-16,-3 2-2 16,6 3 0-16,-1-1 0 15,5-5 0-15,2-1-1 16,0-3-2-1,0-7 1-15,0 1-1 16,15-3 1-16,6 1-2 16,1-1 3-16,-1-4-1 15,-8 0-2-15,-5 0 0 16,-8 2-4-16,0 2 4 0,0 4-1 16,-13 0 1-1,-9 2 2-15,-3 2-2 0,0-3 0 0,4-2 0 16,3 1 0-16,7-4 0 15,4 2 1-15,2 1-1 16,5-3-2-16,0 1 2 16,0 2 0-16,7-2 0 15,4 2 0-15,-2-3 0 16,0 2 0 0,0-2 0-16,-5 2 1 15,-4 0-1-15,0 2 0 16,0 2 0-16,-2 2 1 15,-9 0 1-15,2-2-2 16,2 0 0-16,3-2 0 16,4-2 0-16,0-1-2 15,0-1-104-15,15-7-246 0</inkml:trace>
  <inkml:trace contextRef="#ctx0" brushRef="#br0" timeOffset="2017.17">7846 6814 3 0,'0'0'366'0,"0"0"-296"0,0 0-33 15,0 0 25-15,0 0 3 16,0 0-32-16,0-28 4 16,0 24-8-16,0-3-9 15,0 2-1-15,0 1-12 31,0-3-1-31,0 2 9 0,-5-4-8 16,-3 2-5-16,-5-2 1 16,-3 1-1-16,1 4 2 15,-1 0 1-15,3 2-5 0,-1 2 0 16,1 0-4-16,-1 0 4 16,1 0 0-16,-1 14-1 15,-1 8-2-15,1 6 2 16,5 2-1-16,5 2-1 15,4 1 2-15,0-3-1 0,0-2 2 16,6-3-2-16,11-8-6 16,0-5 5-16,-1-4-6 15,-1-6 9-15,-1-2 9 32,-1 0-4-32,-1-2 6 0,-2-18-6 15,-1-4-3-15,1-2 1 16,-6-2 2-16,2 6-5 15,-1 1 4-15,-1 9-1 16,-2 4 7-16,-2 4-4 16,0 4-6-16,0 0-2 15,0 0-2-15,0 0 0 0,0 12 2 16,0 9 2-16,0 3 1 16,0 1 0-16,0 8 4 15,-2-1-3-15,-2 4-2 16,-1 1 4-16,1-2-4 15,4 2 0-15,0-4-1 0,0 2 1 32,0-5 2-32,-2-5-1 0,2 0-1 15,0-5-3 1,0-6-41-16,0-6-222 0</inkml:trace>
  <inkml:trace contextRef="#ctx0" brushRef="#br0" timeOffset="2417.74">8000 7082 218 0,'0'0'236'0,"0"0"-192"15,0 0-29-15,0 0 27 16,0 0-30-16,0 0-7 15,0 45 2-15,0-22-3 16,0 5 3-16,0-6-3 0,0 0-3 16,3-6 5-1,12-1-6-15,3-5 0 0,7-6 13 32,-4-4 4-32,0 0-4 0,-3 0 2 15,-5-10-1-15,-7-11 2 16,-4-3 16-16,-2-1 11 15,0 1-16-15,0 0 6 16,-13 5-24-16,-7 5-4 16,-5 4-5-16,-4 2 2 15,6 4-2-15,0 4 0 0,0 0-2 16,8 0-9-16,4 0-217 16,4 0-177-16</inkml:trace>
  <inkml:trace contextRef="#ctx0" brushRef="#br0" timeOffset="2817.68">8514 7161 468 0,'0'0'169'0,"0"0"-151"0,0 0-9 15,0 0 49-15,0 0-25 16,0 0-33-16,-26 28 3 16,13-6 0-16,0 3-2 15,-3 6 0-15,3 4 5 0,-1-6-6 32,3 1 2-32,2-2-1 15,5-6-1-15,1-4-3 16,3-6-356-16</inkml:trace>
  <inkml:trace contextRef="#ctx0" brushRef="#br0" timeOffset="3651.06">8740 6796 345 0,'0'0'97'16,"0"0"-61"-16,0 0 48 15,0 0-32-15,0 0-39 16,0 0-2-16,0-53 6 16,0 45 14-16,-2-2 4 15,-2 2-14-15,-6-1 1 16,1-4-5 0,-4 5-5-16,-3 3-2 15,-1 0-7-15,-1 5-1 0,-3 0-2 16,0 0-2-16,-2 10 0 15,-1 8 2-15,-1 5 0 16,6 5 0-16,2 4-4 16,7 4 2-16,5 0-1 15,5-4 2-15,0 0-5 16,7-8 2-16,14-8-4 0,8-4-4 16,0-10 12-1,3-2 14-15,-3 0-14 0,-5-11 13 16,-3-10-9-16,-6-4-1 15,-6-1 2-15,-4 1-2 32,-1 4 3-32,-4 6-2 0,0 9-3 15,0 3 3-15,2 3 0 16,0 0-4-16,1 3-12 16,3 15 12-16,1 4 0 15,0 2 0-15,-3 0 1 0,-2 4-1 16,1 2 4-16,-3 2-2 15,0 4 5-15,0-1-4 16,0 1 0-16,0-3 2 16,0-2-3-16,0-8-2 15,0-1 3-15,0-6-3 0,0-5-79 16,2-7-386-16</inkml:trace>
  <inkml:trace contextRef="#ctx0" brushRef="#br0" timeOffset="4036.8">8876 7134 538 0,'0'0'79'15,"0"0"-57"-15,0 0 9 16,0 0-5-16,0 0-23 15,120-35-3-15,-93 35 0 16,-5 0 0-16,-5 0-3 16,-9 9-7-16,-4 14-12 15,-4 5 22-15,0 3 7 0,-10 1-3 16,-11 2 1-16,1-8-3 16,5-3 2-16,3-5-3 0,6-6 4 15,3-2-4-15,3-6 3 16,0-2 9-16,0 0 24 15,9-1 1-15,16-1-12 32,6 0-9-32,7 0-11 15,0 0-4-15,0-7-2 0,-7-3-24 16,-6-4-206-16,-8-2-217 16</inkml:trace>
  <inkml:trace contextRef="#ctx0" brushRef="#br0" timeOffset="4772.58">9270 6604 479 0,'0'0'101'16,"0"0"-35"-16,0 0 55 15,0 0-45-15,0 0-46 0,0 0-19 16,-21-15-5-16,21 15-6 16,0 0 0-16,0 1-2 15,2 13 2-15,9 1 5 16,-1 2-5-16,-2 2 1 15,-2 1 1-15,-6 4-2 16,0 2 0 0,0 3 1-16,0-4-1 15,-2 1 0-15,-2 1 1 16,2-3-2-16,2-2 2 0,0-2-1 16,0-2 1-16,0-2-1 15,4-2 0-15,5-4 0 16,-3-1 2-16,-2 2-2 15,2-3 0-15,-4 4 0 0,-2-2 0 16,0 2-2-16,0 1 2 16,0 1 0-16,0 0-1 15,0-3 2-15,0 3-1 16,2-2 0-16,7-2 0 0,1 2 1 31,0 1 0-31,1 1-1 16,-3 2 0-16,0-2 0 15,-4 0 0-15,-2 0 0 16,-2 2 0-16,0 0 0 16,2-1 0-16,1 5 0 15,-1-8-1-15,-2 5-81 16,0-3-63-16,0-2-98 16</inkml:trace>
  <inkml:trace contextRef="#ctx0" brushRef="#br0" timeOffset="6190.83">7274 8941 308 0,'0'0'183'16,"0"0"-111"-16,0 0-15 0,0 0 62 15,0 0-40-15,0 0-32 16,0 0-21-16,-19-67-12 15,11 67-8-15,-2 0-4 16,-3 0-2-16,-3 21-5 16,1 7 5-16,2 4 4 15,1 1-4-15,4 1 0 0,1-3 0 16,7-1 0-16,0-2-16 16,0-3-36-16,15-7 34 31,1 0-12-31,-1-4-24 0,-3 3 37 15,-5-5 10-15,-5 3 6 16,0-1 0-16,-2-2 0 16,0 2 1-16,0 2 0 15,0 0 1-15,0 4 1 0,-2 0-2 16,-2 1-1-16,-4-2 1 16,4 1 1-16,-3-1 0 15,3-4-1-15,2 2 2 16,2-1-1-16,0-4-1 15,0 1 2-15,0 1-2 0,0-2 1 16,4 0-1-16,5 0 1 16,-5 3-1-16,1-3 1 15,-5 4 2-15,0 0-3 16,0 3 1-16,-5-5 0 16,-4 3-1-16,3-5 0 15,4-2-203 1,-2-3-244-16</inkml:trace>
  <inkml:trace contextRef="#ctx0" brushRef="#br0" timeOffset="13169.34">7997 9110 309 0,'0'0'43'0,"0"0"-33"15,0 0-3-15,0 0 32 16,0 0 41-16,0 0-33 16,0 0-23-16,0 0 9 15,-6-72 10-15,1 66-11 0,1-2-12 31,-2-1-7-31,-4 1-2 16,-3 0-3-16,0 2-4 16,-1-2 2-16,-1 2-4 15,-1 3 6-15,1 0-6 0,-3 1-2 16,-3 2 1-16,2 0-1 16,-6 0 0-16,3 2 0 15,-3 13 0-15,0 4 5 16,4 6-5-16,2 3-5 0,7 6 4 15,5 3-2-15,7-4 2 16,0-1-2-16,11-6 1 16,16-4 0-16,4-5 2 15,7-8 3-15,-1-5-3 16,2-4 3-16,-2 0-6 0,-5-4 7 31,-8-14 6-31,-4-6-5 16,-11-1-3-16,-2-4-2 15,-5 0 0-15,-2 6 7 16,0 5-5-16,0 6-1 16,0 5-1-16,0 5 3 0,0 2-3 15,0 0 0-15,0 0-6 16,0 4-6-16,-2 15 12 16,2 6 0-16,0 1 0 15,0 6-3-15,0 1 3 0,0-1 1 16,0-2 1-16,0 0-2 15,0-5 1-15,6-4-1 16,3-3 0-16,3-2 0 0,-4-1 0 16,1-6 0-16,1 4-2 15,0-5 1-15,-1-3 0 16,3-3-308-16</inkml:trace>
  <inkml:trace contextRef="#ctx0" brushRef="#br0" timeOffset="13422.58">8304 9340 596 0,'0'0'187'0,"0"0"-149"15,0 0-17-15,0 0 2 16,0 0-5-16,0 0-12 0,13 57 1 16,-9-26-4-16,-2 6 1 15,4 1-2-15,-3-2-2 16,2-2 1-16,-1-4-1 0,-2-11-175 31,3-12-480-31</inkml:trace>
  <inkml:trace contextRef="#ctx0" brushRef="#br0" timeOffset="14123.74">8541 8869 524 0,'0'0'106'15,"0"0"-20"-15,0 0 6 16,0 0-27-16,0 0-31 16,0 0-29-16,-13-32-4 15,13 42-1-15,0 10 0 0,0 2 3 16,0 0-2-16,15-1-1 15,6 2-1-15,1-2 0 0,-1-4 1 16,-10 1 0-16,-7 3-4 16,-4-3 4-16,0 3 1 15,-11 2-1-15,-9-3 0 32,1-3 1-32,2 0-1 15,3-3 2-15,6 1-2 16,3-1-2-16,5-2 2 15,0 5 0-15,7-5 0 0,13 3-1 16,-3-1 1-16,0-3-2 16,-9 1 2-16,-8 0-1 15,0 4 1-15,0 0 0 0,0 2 0 16,-2 3-1-16,-4-3 1 16,3 1 0-16,3-2 1 15,0-2-1-15,0-1 0 16,0 1 0-16,0 1 0 15,7 0 1-15,4 2 0 16,0 2-1-16,-2 2-2 0,2 2-72 16,-6 0-106-16,-1-5-214 15</inkml:trace>
  <inkml:trace contextRef="#ctx0" brushRef="#br0" timeOffset="15493.42">7407 10851 414 0,'0'0'110'0,"0"0"-34"16,0 0-44-16,0 0 52 15,0 0-11 1,0 0-23-16,-18-55-19 0,16 55-17 16,-1 0-10-16,-1 0-4 15,-2 4-2-15,-3 15 2 16,-1 8 0-1,0 1 4-15,-1 2-2 16,-1-2-2-16,3 0 0 16,3-3 0-16,4-4 0 15,2 2 0-15,0-4-10 16,8 2 5-16,15-1-71 16,4-2-45-16,-1-3 44 15,-6 5 32-15,-11-3 21 0,-9 1 22 16,0 5-1-16,-11-2 3 15,-16 4 6-15,0-2 1 16,0-3 3-16,8-4 8 0,7 0 14 16,8-4-17-16,4 2-7 15,0 0-4-15,18 3 6 16,7-5-4 0,-4 2-1-16,-5 0-4 0,-9 0-1 15,-3 0 4-15,-4 2-3 16,0 0 1-16,0-4-1 15,0 2-1-15,2-1 0 16,8 0 0-16,-3 0-71 16,1-4-408-16</inkml:trace>
  <inkml:trace contextRef="#ctx0" brushRef="#br0" timeOffset="21636.45">8009 10921 166 0,'0'0'76'0,"0"0"-50"16,0 0 39-16,0 0 11 0,0 0-18 15,0 0-19-15,0 0-14 16,-2-24-8-16,-2 21 16 16,-2 1-19-16,0 2-7 15,-5-2 2-15,-3 2-7 0,-3-2 0 16,-4 0-2-16,2 1 1 15,-6-4 0 1,1 5-1 0,-1-2 1-16,-2 1-1 0,2 1 4 15,4 0-2-15,0 0-2 16,1 0 0-16,7 13 0 16,2 7-3-16,6 6 2 15,5 6-5-15,0 3 6 16,18-1 2-16,11 0-2 0,7-4 0 15,1-9 4-15,4-4-4 16,1-8 5-16,-4-6-3 16,-5-3 6-16,-2 0-6 15,-8-15 4-15,-5-8 0 16,-7-5 0-16,-7 0-2 16,-4 0-4-16,0 2 8 0,0 6 3 15,0 5 5-15,0 7-1 16,0 6 9-16,-2 2-4 15,2 0-20-15,0 0 0 16,0 0-6-16,0 13 6 0,0 5 0 16,0 4 0-16,0 6 1 31,-4 2-1-31,-1 2 1 16,3-2 0-16,2-2 1 0,0 0-1 15,0-4 0-15,0-4 0 16,0-2 1-16,5-2-2 15,3-2 4-15,2-1-4 16,1-4 1-16,1 1-1 16,0-2-2-16,-3-2-276 0</inkml:trace>
  <inkml:trace contextRef="#ctx0" brushRef="#br0" timeOffset="22086.07">8240 11350 318 0,'0'0'33'0,"0"0"-14"0,0 0 32 15,0 0 22-15,0 0-52 16,0 0-16-16,39-71-5 16,-20 57 2-16,6 4 2 15,-7 4-2-15,-1 6-4 16,-5 0 2-16,-5 0-2 0,-5 18 2 16,-2 8 0-16,0 4 0 31,0 1 0-31,-15-2 0 0,-1 0 1 15,-3-7-1-15,4-2 2 16,5-6-2-16,2-6 7 16,6-4-5-16,2-2 1 15,0-2 13-15,12 0 21 16,11 0 9-16,16-10-28 16,3-4-10-16,5 4-5 15,4-1-3-15,-4 8 0 0,-7 1-1 16,-11 2-6-16,-9 0-255 15</inkml:trace>
  <inkml:trace contextRef="#ctx0" brushRef="#br0" timeOffset="22838.54">8678 10877 455 0,'0'0'87'16,"0"0"-49"-16,0 0 40 15,0 0 14-15,0 0-54 16,0 0-22-16,-16-33-14 16,16 33 4-16,9 0-4 0,15 0 0 15,3 7 0 1,-2 6-2-16,-7 3 2 16,-5 4-4-16,-7 1 2 15,-4 2 0-15,-2 4 1 16,0-1-1-16,0 4 0 15,-8-2-1-15,-3-2 2 0,1 0-2 16,2-4 3-16,1-3-3 16,3 1 2-16,4 1-1 15,0-3 1-15,0 1-1 16,4-6 0-16,17 3 1 0,-2-2-1 16,-3-2 0-16,-3 3 3 15,-9-1-4-15,-4 1 2 16,0 3-2-16,0 3 2 15,-6-2-1 1,-1 3 0-16,1 0 0 16,2 1 0-16,2-1 0 15,2 0 1-15,0 1-1 16,0-2 0-16,0 1 1 16,4-2 0-16,9-2-1 15,-1-1 0-15,-2 4-1 16,-1 2 1-16,-7 0-218 0,-2 2-298 15</inkml:trace>
  <inkml:trace contextRef="#ctx0" brushRef="#br0" timeOffset="24441.76">7625 13258 536 0,'0'0'67'0,"0"0"-43"15,0 0-12-15,0 0 45 16,0 0 1-16,0 0-41 15,21-21-17-15,-17 21 2 16,0 7 0-16,1 10 1 16,-5 2 4-16,0 6-5 0,0 3-1 31,0-1 7-31,-11 5-2 16,-7-1 0-16,2 1-4 15,0 1 1-15,6-1-3 16,3-3 0-16,5 2 0 15,2-4 1-15,0 2 2 0,0-3-3 16,0-2 0-16,6-2 0 16,12-4-1-16,2-4 2 15,3-2-2-15,-3-5-1 16,-5 1-1-16,-6 1 1 16,-9 1 2-16,0 0 0 0,0 6-1 15,-20 4 1-15,-11 2 0 16,-5 2 1-16,4 2-1 0,11-4 2 15,7 0 0-15,12-2-1 16,2 2 3-16,0 1 3 16,22-3-3-16,5 2-2 15,2-1 3-15,0 4-3 16,-7-6-1-16,-6 6-1 16,-3-4-1-1,-6 2-1-15,-2 0-202 16,-1-6-200-16</inkml:trace>
  <inkml:trace contextRef="#ctx0" brushRef="#br0" timeOffset="29721.74">8314 13346 172 0,'0'0'83'0,"0"0"-51"0,0 0-2 16,0 0 22-16,0 0 29 15,0 0-31-15,0 0-11 32,0-41-17-32,0 36 0 15,0 3-8-15,0-1 12 0,0 1-10 16,0-3 0-16,0 4-7 16,0-3-2-16,-4 0 4 15,-10 0-7-15,1-3 0 16,-1 7 1-16,-3-2-3 15,-1 2 0-15,-2 0-1 0,2 0 2 16,0 0 1-16,1 0-4 16,-2 10-1-16,2 7-1 15,-1 4 2-15,3 6-3 16,3 3 2-16,10 0 0 16,2 2-4-16,0-3 4 15,6-2-4-15,15-5 2 0,3-6 0 16,1-4 3-16,-3-8 4 15,0-4-4-15,1 0 0 16,-4 0 1-16,-1-12 5 16,-1-11-2-16,-7 0-4 15,-1-3 3-15,-5 2 7 0,-2 2-3 32,-2 8 18-32,0 6 12 15,0 4-8-15,0 4-6 0,0 0-14 16,0 0-9-16,0 14 0 15,-2 12 0-15,-4 4 2 16,1 1-1-16,3-2-1 16,0 0 1-16,2-4-1 15,0 1 3-15,0 1-3 0,0-1 0 16,0-3 1-16,0 2 1 16,0-2-4-16,0-4 2 15,0-3 0-15,4-6-5 16,5-4-168-1,3-4-353-15</inkml:trace>
  <inkml:trace contextRef="#ctx0" brushRef="#br0" timeOffset="30270.01">8506 13700 500 0,'0'0'62'0,"0"0"-50"16,0 0 27-16,0 0 25 16,0 0-27-16,0 0-28 15,43-64-1-15,-14 52-7 0,4 3-1 16,-2 3-2-16,-4 6 1 15,-7 0-2-15,-11 3-8 16,-7 18 5-16,-2 9 6 31,0 5 2-31,-18 0 2 16,-7-2-3-16,-2-8 1 16,1-4 1-16,6-5-3 0,8-7 1 15,6-4 1-15,4-5-1 16,2 0-1-16,0 0 0 15,0 0 0-15,18 0 1 0,7 0 0 16,-4 0-1 0,-2 0-2-16,-4 0-2 0,-4 18 0 15,-4 10-2-15,-7 2 6 16,0 5 0-16,0-6 4 0,-4 2-2 16,-13-6 0-16,2-2 1 15,-5-5 4-15,-3-8-4 16,0-3 34-16,-4-2 5 15,2-5-16-15,5 0-12 16,2 0-3 0,5 0-10-16,2-10 5 15,4-8-6-15,7 0-60 16,0-3-255-16</inkml:trace>
  <inkml:trace contextRef="#ctx0" brushRef="#br0" timeOffset="31103.16">8907 13305 520 0,'0'0'83'0,"0"0"-24"16,0 0 41-16,0 0-46 15,0 0-25-15,0 0-21 16,-17-21-8-16,27 21 1 16,17 14 0-16,2 2 3 15,2 1-4-15,-6-2 1 16,-5 2-1-16,-11-1 0 15,-5 4 0-15,-4 2 0 0,0 2-1 16,-10 7 1-16,-13-2 2 16,-4 3-2-16,5 0 0 15,4-5 0-15,7-1 1 0,4-2-1 16,7 0 0-16,0-3 1 16,0 2 1-16,7 1-2 31,7-3 0-31,-1 4 1 15,0-4-1-15,-4 2 0 0,-2 0 0 16,-5 0 0-16,-2 1 2 16,0 2-2-16,0-2 1 15,0 3 0-15,0-3-1 16,-2-1 1-16,-5-2-1 16,3-2 0-16,4-1 0 0,0-2 0 15,0 3 0-15,0-3 0 16,0 0 0-16,0 2 0 15,4 0-122-15,-4-1-318 16</inkml:trace>
  <inkml:trace contextRef="#ctx0" brushRef="#br0" timeOffset="32474.4">7708 15836 585 0,'0'0'56'0,"0"0"-48"16,0 0 7-16,0 0-8 15,0 0 1-15,0 0-5 16,23-34-1-16,-19 34 1 0,-4 0-3 15,0 0-8 1,0 0-5-16,0 14 13 0,0 3 8 16,0 1-1-16,0 0-4 15,0 4-2 1,0 0 1-16,-4 5-1 16,-2 1 1-16,2-2 0 15,2 2 0-15,-3-6 1 16,3 4 0-16,0-2 3 15,0 2-2-15,2-8 0 16,0 0-3-16,0 0-1 16,2-1 3-16,13 0 1 0,-3 1-4 15,-6 0 1-15,-3-4-1 16,-3 9 2-16,0-6 3 16,0 1-3-16,-5 5 2 0,-5-6-1 15,-2 5 0-15,5-3 3 16,5-1 4-16,2 0-8 15,0-1-2-15,0 6 4 16,0-5-3-16,0 4-2 0,0 0 4 16,0 0-3-16,0 0 5 15,0 4-2-15,0 2-3 16,0-2 1-16,-2-3-1 16,2-1 0-16,0-5-1 15,0-2-14 1,11-2 8-16,7-4-67 15,-1-4-125-15,-1-1-115 16</inkml:trace>
  <inkml:trace contextRef="#ctx0" brushRef="#br0" timeOffset="36752.37">8512 15879 251 0,'0'0'47'0,"0"0"-28"0,0 0 11 16,0 0 49-16,0 0-23 15,0 0-6-15,0 0-2 16,-21-22-19-16,18 20 7 15,-4-2 9-15,-2 1-18 16,1-4-3-16,-6 3-9 0,-1 3-6 16,-6 1-6-16,-3 0 1 15,-2 0-3-15,-3 0 1 16,-6 7-1-16,2 7-1 16,0 3 0-16,6 4 0 15,7-1-1-15,9 6 1 16,9 4-3-16,2-3 3 0,2 1-1 15,20-6 2-15,12-4-1 16,9-6 1-16,-1-6 2 0,5-6-2 16,-7 0 1-1,-9-4-2-15,-11-10 7 0,-7-4-4 16,-11-4 3-16,-2-1-3 16,0 6 0-1,0 2 0-15,0 3-2 16,0 7 0-16,0 5 2 15,0 0-1-15,0 0-2 16,0 0-2-16,0 0-2 16,0 3 0-16,0 16 4 15,0 8 4-15,0 4-4 16,0 1 3-16,-6 4-3 0,-1-2 2 0,5 2-2 16,-1-4 2-16,3-4 0 15,0-2 0-15,0-8-2 31,0 1 1-31,0-3 0 16,0-2-1-16,0 0 0 16,7 0-102-16,0 2-309 15</inkml:trace>
  <inkml:trace contextRef="#ctx0" brushRef="#br0" timeOffset="37318.85">8731 16186 558 0,'0'0'121'0,"0"0"-82"0,0 0 32 15,0 0-20-15,0 0-21 16,0 0-22-16,0-14-6 15,0 14 0-15,0 2 4 16,-2 18-1-16,-9 4-1 16,2-2-2-16,0 4-1 15,2-4 1-15,3 1 2 0,1-5-2 32,3-1 0-32,0 2 0 15,0-6-1-15,0 1 1 0,7-2-1 16,9 3-1-16,1-7 2 15,6-2-1-15,1 2 1 16,1-8 1-16,-2 0-3 16,-4 0 2-16,-3 0-2 15,-5 0-1-15,-2-5 1 16,-4-8 1-16,-3-6-1 0,-2 2 0 31,0 0 1-31,0 8 2 0,0-4-1 16,-7 11 3-16,0-1-4 15,1 3 1-15,-3 0-2 16,2 5 0-16,-2 22 0 0,5 7 0 16,-1 2 5-1,5 4-3-15,0 0-1 0,0-4 1 16,5 1-2-16,8-11 0 16,1-3 0-16,-4 0-1 0,0-11-47 31,-4-11-392-31</inkml:trace>
  <inkml:trace contextRef="#ctx0" brushRef="#br0" timeOffset="38072.28">9079 15848 518 0,'0'0'93'15,"0"0"-12"-15,0 0 24 16,0 0-36-16,0 0-29 15,0 0-27-15,-29-15-13 16,29 15 2-16,0 15-2 0,0 6 7 31,8-3-7-31,8 1-1 16,0 2 1-16,-5 2 1 16,-2 3 2-16,-9 1 1 15,0 6-4-15,0 1 0 16,0-2 0-16,-4-1 2 15,-3-8-1-15,5 3-1 16,2 0 0-16,0-4 0 0,0 6 1 0,2-5-2 16,9 3 2-16,3-4-5 15,-1 0 8-15,-5-4-4 16,2 1 0-16,-6 2 0 16,-1-7 0-1,-3 8 0-15,0-5 0 16,0 6 1-16,0 5 0 15,0-1-1-15,-3-6 0 16,3 1 0-16,0 2 0 16,0-4 0-16,0 0-1 15,5 3 1-15,5-6 0 16,0 5 1-16,1-3-1 16,-3-2-1-16,4 1 1 15,-1-2-96-15,2-1-106 16,-1-5-82-16</inkml:trace>
  <inkml:trace contextRef="#ctx0" brushRef="#br0" timeOffset="46054.77">10864 6266 87 0,'0'0'37'16,"0"0"-16"-16,0 0 37 15,0 0-14-15,0 0 9 16,0 0-16-16,0 0 5 16,0 0 7-16,0-16-21 15,0 12-15-15,0-2 9 16,0 2-12-16,0 2 4 16,0 0 5-16,-2 2-13 15,2 0 1-15,0 0-5 16,0 0-2-16,0 0-1 0,0 0-1 15,-4 0 2-15,-6 0 1 16,2 6 0-16,-5 2 0 16,-3 4 1-16,1 0-2 15,-8 2 0-15,-4 2 0 16,-2 3 1-16,-6 3 0 16,-8 4 0-16,-1-1 1 0,-4 4 1 0,0 3-1 31,1 1 4-31,7 1 0 15,2 5 2-15,9-6-4 0,5 4 0 16,-1-3-3-16,5-2 3 16,2 2-4-16,0-4 2 15,3-3 2-15,-1-6-3 16,-2-3-1-16,0 1 1 0,-2-5 0 16,-2 0 0-16,2-4 1 15,3 0 0-15,3-7-2 16,5 2 2-16,3-3-2 15,2 0 0-15,2-2 0 16,0 0 0-16,0 2 1 16,-2-2 4-16,-1 1-5 0,3-1 2 15,0 0 0-15,0 0 1 32,2 0 2-32,0 0-5 15,0 0 0-15,0 0 2 16,0 0-2-16,0 0-2 15,0 0 2-15,0 0 6 0,0 0 1 16,0 0-3-16,0 0 1 16,0 0 2-16,0 0-4 15,0 0 1-15,0 2-4 16,0-2 1-16,0 0 1 16,-2 0 3-16,-4 0-2 15,6 0 2-15,-2 0-1 16,0 0-1-16,2 0-2 0,0 0 3 15,0 0-3-15,0 0 1 16,-2 0-2-16,2 0 2 16,0 0 0-16,0 0 0 15,0 0 5 1,0 0-6-16,0 0 7 0,0 0-6 16,0 0 0-16,0 0 0 15,0 0-3-15,0 0 3 16,0 0-2-16,0 0 0 0,0 0 0 0,0 0 0 15,0 0 0-15,0 0 2 16,0 0 6-16,0 0 0 16,0 0 4-16,0 0-4 31,0 0 5-31,0 0-3 16,0 0-3-16,4 0-4 0,2 0-1 15,-4 0 1-15,4 0 0 16,1 0-3-16,-1 0 0 15,4 0 1-15,-2 0 0 16,1 0 0-16,-3 0-1 16,2 0 0-16,-2 0 3 0,-1 0-3 15,1 0 1-15,4 0 1 16,3 0-2-16,7 3 0 16,7 5 2-16,6 4 0 15,11 4 0-15,8 6 0 16,6 8 0-16,7 7 4 15,1 4-1 1,7 12-1-16,2 5-2 16,0 6 1-16,5 2 1 15,8-4-4-15,1-8 5 0,-6-4-2 16,-13-10-1-16,-16-8 1 16,-20-3-3-16,-19-9-8 0,-15-12-483 15</inkml:trace>
  <inkml:trace contextRef="#ctx0" brushRef="#br0" timeOffset="48960.45">10875 6314 4 0,'0'0'21'0,"0"0"-9"16,0 0 24-16,0 0 4 15,0 0-3-15,0 0-6 16,0 0 12-16,0 0-3 15,0 0-4-15,0 0-13 0,0 0-1 16,0 0 5-16,0 0 3 16,0 0-8-16,-2 0-13 15,2 0-7-15,-2 0 0 16,0 0-2-16,0 0 0 0,-1 0 3 16,3 0-2-1,-2 0 0-15,0-2 0 0,0 0 3 16,-2 2-1-1,1-1 3-15,-2 1-2 16,3 0-2-16,0 0 3 0,2 0-5 16,0 0 1-16,-2-2 0 15,2 2 6-15,-2 0 6 16,2-3 5-16,0 1 1 16,0 2-3-1,0 0-4-15,0 0-4 0,0 0-1 16,0 0-7-16,0 0-7 15,0 0 7-15,0 0 12 16,0 0-7-16,0-2-2 16,0 0 3-16,0-4 5 15,6 2-7-15,1-2-4 16,2-1 3-16,2 2-2 0,3-1-1 16,3 3 0-16,4-2-1 15,1 1 1-15,0 1-2 0,2-4 2 16,1 1-2-16,0-1 2 15,-6 2 1-15,-1-3-1 16,-2 4 0-16,-5-2 1 31,-2 0-1-31,0 0 2 0,-2 0-2 16,-1 2-2-16,-1 0 2 16,1 0 0-16,6-1-2 15,1 2 1-15,-2-1-6 16,-2 2 1-16,-4 2-6 15,-5 0-73-15,0 0-15 16,0 0-34-16</inkml:trace>
  <inkml:trace contextRef="#ctx0" brushRef="#br0" timeOffset="51696.72">10516 8654 188 0,'0'0'78'0,"0"0"-27"0,0 0 6 16,0 0 44-16,0 0-15 15,0 0-26-15,0 0-19 16,10-70 0-16,-10 62 11 16,0 1-14-16,0 2-19 31,0 3 3-31,0 0-14 15,0 2-7-15,-7 0-1 0,-2 0 0 16,-4 18 1-16,-5 7-1 16,-7 4 2-16,-6 10-1 15,-9 5 2-15,-10 8-3 16,-2 2 0-16,-9-1 0 16,3 5 2-16,3-7 1 15,1-2-3-15,0-3 0 0,3-5 0 16,2 0 2-16,5-5-2 15,3-6-1-15,6-2 1 16,-3-1 1-16,5-6-1 16,6-1-1-16,6-2 1 15,8-2-1-15,5-4 0 16,3 1 0-16,0-6 1 0,3-1 0 16,-2-1 2-16,4-5-2 15,0 0-1-15,0 0 1 16,0 0 0-16,0 0-2 15,0 0 1 1,0 0 1-16,0 0 1 16,0 0 3-16,0 0 0 15,0 0-1-15,0 0-2 0,0 0-1 16,0 0 0-16,0 0-1 16,0 0 1-16,0 0 5 15,4 0-5-15,8 0 0 16,-1-2 0-16,-1-5 1 15,6-1-1-15,0-2 4 16,2 1-4-16,4-1 0 0,2 1 0 16,3 4 0-16,0 0-4 15,0 1 4-15,0 2 0 16,-1 2 0-16,6 0 0 16,1 0-1-16,7 0 1 15,7 4-3-15,7 12 3 16,-1 1 1-1,5 0-1-15,-3 3-1 16,-1 4 1-16,-5 3 0 16,-4 3 0-16,-8 5-4 15,-3 4-2-15,-5 1 6 0,-2 2-2 16,-3-4 0-16,1 6 2 16,0-4-1-16,1 0-10 15,-2-1-90-15,-1-14-52 0,-3-4-276 16</inkml:trace>
  <inkml:trace contextRef="#ctx0" brushRef="#br0" timeOffset="53600.62">10481 10735 258 0,'0'0'38'16,"0"0"-29"-16,0 0 3 15,0 0 3-15,0 0 82 16,0 0-34-16,0-43-16 15,0 40-1-15,0 3-4 16,-11 0-6-16,-7 0-34 16,-6 0 2-16,-3 21-3 15,-4 4 2-15,-2 7-3 16,-4 3 1-16,-1 5-1 16,3 3 1-16,-3 0-1 15,0 5 0-15,0 1 0 0,-4-3 2 16,-5 0-2-16,-2-2 0 15,-4-4 1-15,-1-3 0 16,0-2 0-16,4-3 0 16,13-5 0-16,11-8-1 15,12-6-2-15,10-4 1 0,4-6 0 32,0-1-4-32,0-2-3 15,0 0 8-15,0 0 5 0,0 0-1 16,0 0 3-16,11 0-7 15,5-9 0-15,-3 5 5 16,1 0-5-16,3 3 1 0,-1-1-1 16,7 2-1-16,-6 0 1 15,3 0-2-15,1 0 2 16,0 0 0-16,2 0-2 16,-3 0 1-16,0 6 1 15,2-1 0-15,-4 5 0 16,2 1 0-16,4 4 0 15,-1 3 0-15,6 9 0 16,2 3-2-16,3 1 1 0,3 10 1 16,6 1 0-16,3 2 1 15,10 4 0-15,7 3 0 16,1-1-1-16,1 2 0 16,-5 2 4-16,-6 3-4 0,-7 3-1 15,-9 1 1-15,-5 1-2 31,0-4 2-31,1-2-12 16,1-5-111-16,3-10-72 0</inkml:trace>
  <inkml:trace contextRef="#ctx0" brushRef="#br0" timeOffset="55187.38">10671 13114 362 0,'0'0'58'0,"0"0"-22"0,0 0-14 0,0 0 5 16,0 0 21-16,0 0-16 15,0 0-20-15,-70 2-5 16,55 20-2-16,-8 2 1 16,-3 8 3-16,-6 3-5 15,-3 4-3-15,-5 7 0 16,-5 0-1 0,-3 1 5-16,-4-1-3 15,0-2-2-15,-1-2 0 16,0-1 2-16,-1-4 1 15,5-7-3-15,7-4 1 16,4-5-1-16,9-6 3 16,0-3-3-16,9-3-1 0,5-6 1 15,5 2 1-15,8-3 1 0,2-2-4 16,0 0 0 0,0 0 0-16,0 0 2 0,14 0 15 15,3 0-6-15,-1-2-8 16,-1-1 1-16,-3 1 0 15,-3 2-2-15,-1 0 0 16,-1 0 0 0,2 0-1-16,0 0 1 15,-3 0 0-15,6 0 1 16,-1 0 0-16,0 7-1 16,5 0 0-16,-1 2 1 15,3 2 0-15,5 6 5 16,4 4 1-16,1 11 13 15,6 2 9-15,8 7 0 0,4 9-2 16,4-1-9-16,1 4-2 16,-2 2-5-16,-2-1-3 15,-7-2-6-15,-5 2 2 0,-4-5-3 16,2 0 1-16,-2-4 1 16,2-5-3-16,0-7-142 15,1-8-417-15</inkml:trace>
  <inkml:trace contextRef="#ctx0" brushRef="#br0" timeOffset="56793.99">10495 15793 187 0,'0'0'120'0,"0"0"-18"16,0 0-35-16,0 0 32 15,0 0 5 1,0 0-16-16,-3-35-42 15,-2 30-16-15,3 5-7 16,0 0-7-16,-2 0-6 16,-1 0-5-16,-6 0-3 15,-7 8-1-15,-13 12-1 16,-4 10 3-16,-13 2-1 16,-4 4-1-16,-2 0 0 0,-4 3 0 0,0-3 0 15,4-4-1-15,0 0 1 16,8-2-1-16,8-8 3 15,9-4-6-15,11-4 3 16,5 0-1-16,3-1 1 16,0-4 1-16,1 3-1 15,-5-2 0-15,3 2 1 0,3-6-1 32,0-2-1-32,6 1 1 15,-2-5 0-15,4 3 3 16,0-3-3-16,0 4 0 15,0-4-3-15,0 0 1 16,0 0 1-16,0 0 1 0,0 0 1 16,0 0 2-16,0 0 2 15,0 0-5-15,0 0 0 16,0 0 0-16,0 0 1 16,0 0-1-16,0 0-15 15,0 0 11-15,0 0 4 0,2 0 8 16,10 0 2-1,1 0-7-15,-5 0 3 0,4 0-5 0,-1 0-1 16,3 0 3-16,3 0-2 16,1 0-1-16,4 5 1 15,7 4 0-15,5 5 2 16,4 9-2-16,6-2 1 16,-1 7-2-16,5 11 0 15,2-4 1 1,6 6 5-16,6-1-5 15,7 0 1-15,7-4 0 16,4 4 2-16,-2 0-1 16,-11-4-1-16,-7 5-2 15,-10-6 0-15,-6-2-1 16,0 1 1-16,1-6-53 16,-7-10-30-16,-5-1-345 0</inkml:trace>
  <inkml:trace contextRef="#ctx0" brushRef="#br1" timeOffset="70350.22">10541 5935 106 0,'0'0'38'0,"0"0"9"16,0 0 33-16,0 0-6 15,0 0 2-15,0 0-15 16,-2-6-12-16,2 4 15 0,0-2-15 16,0 2 8-16,0 1-17 15,0-2-5-15,0 3-9 16,0 0-4-16,0 0-9 16,0 0-5-16,-2 0-2 15,2 0-6-15,-3 0 2 0,3 0-1 16,-4 0 0-16,-2 0 1 15,-6 0 1-15,-1 0-1 16,-1 0-1-16,3 0-1 16,0 4 1-16,-5 2-1 15,3 2 0 1,-3 3 0-16,1 1 0 16,1 4 0-16,4 0 1 15,1 3-2-15,1 1 1 16,6 4-1-16,2 2 1 0,0-1-2 0,0-1 1 15,0-2 0-15,14-1-1 32,3-4 2-32,2-5 2 0,1-4-2 15,0-4-2-15,0-4 2 0,0 0 4 16,-2 0 0 0,-2-9 1-16,-1-3-3 15,1-5-1-15,-5-1 0 16,-1 0 0-16,0 2-1 15,-4 0 2-15,-1 0-2 0,1 0 1 0,-1 2 0 32,-2-3 0-32,-1 2 1 15,-2-2-2-15,0-2 0 16,0 1 2-16,0 2 4 16,-5 2-6-16,-4 2 2 15,-2 1-2-15,-1 3 0 16,-1 4 0-16,-3 4 0 0,1 0-1 15,-3 0-4-15,-1 0-88 16,0 0-160-16,-3 0-287 16</inkml:trace>
  <inkml:trace contextRef="#ctx0" brushRef="#br1" timeOffset="71771.17">10555 7391 34 0,'0'0'290'0,"0"0"-208"0,0 0-28 16,0 0 15-16,0 0 13 15,0 0-26-15,0-12-7 16,0 10 18-16,0 0-28 16,0 1-13-16,0 1-3 15,0 0-8-15,0 0-2 16,0 0-6-16,0 0-6 16,0 0-1-16,0 0-2 15,0 3-1-15,0 17 3 16,0 6 0-16,0 4 1 0,-2 2 1 15,0 3-2-15,-2-3 0 16,2-1 2-16,0-3-2 16,0-3 0-16,2-7 1 0,0-4 0 15,0-4 2-15,0-5-3 16,0 1 1-16,0-6-1 16,0 0 5-16,0 0-5 15,0 0 4-15,0 0 1 16,0 0-5-16,0 2-2 15,0 5-1 1,0 1 3-16,-2 1 0 16,-5 5 0-16,1-1-4 15,-1-3-219-15,0-6-102 16</inkml:trace>
  <inkml:trace contextRef="#ctx0" brushRef="#br1" timeOffset="73160.8">10032 8570 231 0,'0'0'61'0,"0"0"-33"16,0 0 36-16,0 0 33 15,0 0-44 1,0 0-18-16,-6-13 0 16,6 13-5-16,-2 0 7 15,0 0-14-15,-3-2-6 16,1 2-7-16,0 0-8 16,-6 0 1-16,1 0-3 15,1 0 1-15,-4 0 1 16,3 0 0-16,-1 0-2 0,-2 5 0 15,1 4 0-15,0-2 1 16,0 6 0-16,0 1-2 16,4 3-2-16,1 3 0 15,1 3 2-15,2 3-3 0,3 0 0 16,0-2 1-16,0 2-4 31,3-2 7-31,10-2 0 0,0 2 0 16,3-4 3-16,0-1-1 15,0-4-2-15,1-5 0 16,-1-2 0-16,1-4 2 16,4-4 1-16,-5 0-2 15,1 0 6-15,-1 0-2 16,-5 0-3-16,-3 0 0 0,-2-10 4 16,-4-2-5-16,0-3 2 15,-2-4 2-15,0-3-5 16,0-2 6-16,0-3-4 15,0-2 1-15,-12 2 5 16,2 4-7-16,-1 2 3 16,1 7-2-16,2 3-1 0,-1 4-1 31,-3 6-7-31,-1 1 5 16,-3 0-29-16,-1 0-229 0</inkml:trace>
  <inkml:trace contextRef="#ctx0" brushRef="#br1" timeOffset="74491.67">10153 9699 216 0,'0'0'33'0,"0"0"-12"0,0 0 11 16,0 0 54-16,0 0-33 15,0 0-31-15,0-28-9 16,0 28-2-16,0 0 0 16,0 0-3-16,0 0 1 0,0 0 1 15,-2 0 0-15,-3 0-6 16,3 11-2-16,-2 8 2 15,4 6 0-15,0 6 1 16,0 3-1-16,0 0-2 0,0-1 1 16,0 1 2-16,0-7 10 15,0-2 10-15,0-4-10 16,0-1-8-16,0-6 4 31,0 1-4-31,0-5-2 0,0 2 0 16,0 0-1-16,0 0-2 15,0 0 0-15,0-4 2 16,0-2-4-16,0 0 0 16,0 0-1-16,0-6-123 15</inkml:trace>
  <inkml:trace contextRef="#ctx0" brushRef="#br1" timeOffset="75976.58">9932 10674 212 0,'0'0'45'16,"0"0"7"-16,0 0 31 15,0 0-32-15,0 0-27 16,0 0-10-16,0-5 18 0,0 5 11 16,0 0 3-16,0 0 0 15,0-1 9-15,-4-1-42 16,-5 0-7-16,-2 0-1 16,2 2-2-16,0 0-1 15,-4 0-2-15,4 0 5 0,-4 0-5 16,-1 0 0-16,3 4-1 15,-5 7-1-15,3 8 2 32,-1 0-7-32,4 6 5 15,5-1 0-15,5 2 2 0,0 0-6 16,0 0 4-16,11-4-2 16,7-4 4-16,3-3 1 15,-6-8 5-15,3-1-6 16,1-2 0-16,0-4 9 15,1 0-4-15,-5 0-1 0,1 0-1 16,-3 0-3-16,-2 0 2 16,3-4-1-16,-6 0 3 15,1-2-3-15,-1 0-1 16,-4-2 2-16,0-1-2 0,0-5 4 16,-4-1 0-16,3-1-4 15,-3-2 0-15,0 0 1 16,0-2 5-16,0 4-6 15,0-2 5-15,0 2-2 0,0 4 4 16,0-2 1-16,0 3-4 31,-3-1 1-31,-1 3-1 16,-4-2-4-16,-2 4 0 16,-1 0 0-16,-2 4 0 15,-1 3 4-15,-4 0-4 0,1 0-1 16,-1 0-10-16,-2 3-117 15,4 6-139-15</inkml:trace>
  <inkml:trace contextRef="#ctx0" brushRef="#br1" timeOffset="77077.71">10160 11812 300 0,'0'0'92'15,"0"0"-21"-15,0 0 13 16,0 0 0-16,0 0-20 15,0 0-29-15,-7-15-15 16,7 15-8-16,0 0-3 16,0 0-9-16,0 0 0 15,0 10 2-15,0 14 3 0,0 5 0 16,0 8 0-16,0 3-1 16,0 2-1-16,0 2 2 15,0-1-1-15,0-1 0 16,0-7-3-16,0-2 3 15,0-5-1-15,0-6-2 16,0-6 2-16,0-4-3 0,0-4 5 16,0-4-4-16,3 0 1 15,-1-2-1-15,-2-1 0 16,0 2-1-16,0-3 1 0,0 0 2 16,0 0-2-16,0 0 0 15,0 0-1-15,0 0 0 16,0 0-78-16,0 0-284 15</inkml:trace>
  <inkml:trace contextRef="#ctx0" brushRef="#br1" timeOffset="78578.91">10200 13072 63 0,'0'0'37'0,"0"0"48"0,0 0-3 15,0 0-18-15,0 0 13 16,0 0-22-16,0 0-9 16,-4-17-4-16,2 17 16 15,-3-3 6-15,-2-1-34 0,-2-1-1 16,3 2-11-16,-3 1-4 16,2 2 0-16,2 0-7 15,-1-2-1-15,2 2-4 16,-1 0-1-16,-1 0 0 15,-2 0-1-15,2 0 0 16,-1 10 0-16,-1 6 0 0,-2 4 0 16,-3 2 0-16,5 2 0 15,-2-2 0 1,6-4 2-16,4-2-2 16,0 3-12-16,0-5-4 15,0-1 10-15,16-1 4 16,-1-3-6-16,1-4 16 15,-1-5 10-15,3 0-9 16,0 0-2-16,2 0-4 0,-2 0 3 16,2 0-4-16,-2 0 0 15,-1-2 0-15,-1-3 1 16,-1 0 0-16,-3 1 0 16,-6 3-3-16,-1-4 1 15,-3 1 3-15,0-4-3 0,-2 0 7 16,0-6-8-16,0-4 0 15,0-2 6-15,0-2-6 16,0 0 1-16,-6 2 1 16,-3 2-2-16,-3 4 4 15,4 3 4-15,-3-1 0 16,-1 7-8 0,3-4 2-16,-1 4-1 15,0-2-1-15,1 4 0 16,-1-2-12-16,-2 4-151 15,-1-3-60-15</inkml:trace>
  <inkml:trace contextRef="#ctx0" brushRef="#br1" timeOffset="79696.95">10146 14141 271 0,'0'0'97'0,"0"0"-10"0,0 0 9 16,0 0-25-1,0 0 1-15,0 0-1 16,-4-28-16-16,4 25-7 15,-2 3-14-15,2 0-20 0,0 0-6 16,0 0-8-16,0 0-2 16,0 5-2-16,0 13 4 15,0 8 2-15,0 6 0 16,0 2 0 0,0 2-1-16,0 2 1 15,0-4-2-15,0-2 1 16,0-2-1-16,0-3 0 15,0-5 2-15,0-4-2 16,0-4 0-16,0-5 0 16,0 0 3-16,0-6-6 15,0-3 6-15,0 0-4 0,0 0 4 16,0 0-3-16,0 0 5 16,0 0 2-16,0-7-7 15,0-5-20-15,0 0-221 16,0 0-288-16</inkml:trace>
  <inkml:trace contextRef="#ctx0" brushRef="#br1" timeOffset="81222.96">9990 15607 51 0,'0'0'48'16,"0"0"32"0,0 0 15-16,0 0-29 15,0 0 20-15,0 0-23 16,-12-46-23-16,9 42-8 16,3 4 11-16,0-5-13 15,-2 1 9-15,-3 3-1 0,3-1 6 16,0 0-18-16,-3-1-12 15,1 1 4-15,-3 2-13 0,0 0 5 16,-2 0-7-16,1 0 1 16,-3 0-4-16,-5 0 1 15,5 0 0-15,-1 0 0 16,4 0 1-16,1 9-4 16,1 5 2-16,4 0-2 15,-4 4-3-15,6 4 2 0,0-4 3 31,0 0-1-31,12 0-4 16,10-1 5-16,0-3 5 16,3-5-2-16,0-6 3 15,-1 2-5-15,-2-3 4 16,-4 0-3-16,-1-2 1 16,4 0 0-16,-5 0 1 0,-1 0-4 15,3-2 1-15,-1-5 5 16,2-5-4-16,-4 3 0 15,-3-3-2-15,-4 2 3 0,-1-5-1 16,-5-1 1-16,-2 1 1 16,0-3-2-16,0-3 0 15,-11 3 9-15,-2 4-2 0,-3 0-4 16,3 5-2-16,-1 2-1 16,3 5-2-16,3 2 0 15,-2 0 1-15,2 0-1 16,1 0-5-16,-3 0 3 15,4 0-50-15,-3 0-186 16,1 6-193 0</inkml:trace>
  <inkml:trace contextRef="#ctx0" brushRef="#br1" timeOffset="82485.94">10209 16753 208 0,'0'0'139'0,"0"0"-84"0,0 0 9 16,0 0-1-16,0 0-13 15,0 0-23 1,-5-49-13-16,5 44-4 16,0-3 6-16,0 8 37 0,0-8 23 15,0 7-53-15,0-4 0 16,0 1-9-16,0 1-3 15,0-4-4-15,-2 3-4 16,0 1 1-16,-2-6-3 16,4 3 0-16,-2 6 2 0,-1-4-2 15,3 4 1-15,-2 0 3 16,2-4-3-16,0 4 4 16,0 0 3-16,0 0-8 15,0 0 0-15,0 0-2 16,0 4-1-16,0 18 2 15,-2 5 1-15,0 5 0 0,2-1 1 16,0-1-2-16,0 2 3 16,0-1 0-16,0-4-3 15,0-1 4-15,4-3 0 16,3 0-3-16,-3-6-1 0,0-2 1 16,1-6 0-16,-1-1-1 31,-1-4 0-31,-3 1 0 15,0 0 0-15,0-1 2 0,0 0-4 16,0 0-2 0,-3-4-313-16</inkml:trace>
  <inkml:trace contextRef="#ctx0" brushRef="#br0" timeOffset="99434">11950 5692 200 0,'0'0'42'0,"0"0"-33"0,0 0 6 16,0 0 36-16,0 0-2 0,0 0-1 15,0 0-1-15,0 5-1 16,0-3 1-16,0-2-2 16,0 0-6-16,0 0-3 15,0 0-2-15,0 0-5 16,0 0-12-16,0 0-4 15,0 0-4 1,0 0-8-16,0 0 1 16,0 0 4-16,0 0-6 15,0 1 3-15,0-1 2 16,0 0-4-16,0 0 1 0,0 3-2 16,0 1 1-16,-7 4-1 15,0 1 0-15,-3 8 0 16,1-1 0-16,2 0 0 15,2 4-2-15,3 3 1 0,2-4 0 16,0 0-3-16,0 2-2 16,0-3 6-16,2-2 1 15,7-2 1-15,0-2-2 16,-2-3 0-16,-1-2 0 16,-1 0 2-16,-3-2-2 0,-2 2 0 15,0 2 1-15,0 4-1 16,0 1 0-16,0 0 0 15,-11 4 4-15,0-1-3 16,0 2-2-16,4 3 1 16,5 0 0-16,2 0 0 15,0 0-1 1,0-2 1-16,11-2 0 16,11-2-4-16,7-6 3 15,-2 2 1-15,2-1 1 16,-6-2 3-16,-10 5-4 0,-9 1-1 15,-4 0-1-15,0 4 2 16,0-2 4-16,-9-1-3 16,-1 0-1-16,2-2 3 15,2 1-3-15,6-3 0 16,0 0-2-16,0 2 2 0,0-1 1 16,0 2-1-16,6-1-93 15,4-5-354-15</inkml:trace>
  <inkml:trace contextRef="#ctx0" brushRef="#br0" timeOffset="195692.89">12617 5990 17 0,'0'0'178'0,"0"0"-132"0,0 0 12 15,0 0 49-15,0 0-44 16,0 0-31-16,0 0-4 16,0 0-5-16,0 0-1 15,-25-27 10 1,23 25-4-16,0 2-6 16,0-2-4-16,0 1 2 15,-4-2-8-15,0 3-7 16,1 0 3-16,-1-2-6 15,-4 2-1-15,2 0 6 16,-3-2-5-16,-1 2 0 16,1-2-1-16,3 2 3 15,-1-2-4-15,2 2 0 0,0 0 0 16,-1 0 3-16,1 0-3 16,0 0 0-16,-2 0-1 0,0 0 0 15,0 2-2-15,2 15 0 16,1 5-3-16,2 4 3 15,4 1-4-15,0 6 5 16,0-3 2-16,0-4 0 31,0-4 1-31,15-3 0 0,3-10-1 16,2-3 2-16,4-6 10 16,3 0 3-16,0 0-3 15,0-15-6-15,-3 0 8 16,-3-1-3-16,-6-2-7 15,-1 0 4-15,-6 1-1 16,-1 2 1-16,-5 5 12 0,0 1-4 16,-2 6-6-16,0 3-6 15,0 0 4-15,0 0-8 16,0 0-3-16,0 0 1 16,0 2-5-16,0 16 7 15,0 4 0-15,-6 4 2 0,-5 1-1 16,1 4-1-16,4-1 0 0,-1 0 1 15,3 0-2-15,-3-5 2 16,4-4 1-16,1-3-2 16,2-3 0-16,0-6 0 15,0 2 1-15,0-6-1 16,0-1 0-16,0 4 0 16,2-4 0-1,4 5 0-15,-2-1 0 16,3 0 0-16,-3-3-248 15</inkml:trace>
  <inkml:trace contextRef="#ctx0" brushRef="#br0" timeOffset="196326.74">12773 6384 0 0,'0'0'225'15,"0"0"-203"-15,0 0-1 16,0 0 31-16,0 0 7 15,0 0-28-15,0 0-11 16,71-77 4-16,-49 70-4 0,3 5-3 16,-8 2-2-16,2 0-7 15,-11 0-7-15,-1 4-1 16,-7 13-4-16,0 0 4 16,0 5 3-16,0-1 8 15,-13-4-2-15,-1 0-7 0,3-3 3 31,2-4-1-31,3-5-3 16,4 2 0-16,2-7-1 16,0 1-3-16,0-1 3 15,2 0 5-15,13 0 4 0,1 0-5 16,-1 0-3 0,-1 4 1-16,-3 4-1 0,-2 6-1 15,-3 3-4-15,-6 5 4 0,0 2 0 16,0 0 14-16,-15-2 3 15,-10-3 5-15,0-4 14 16,-1-3 6-16,0-2-4 16,1-4-6-16,2-3-11 15,3-3-7-15,7 0-4 16,4 0-2-16,2 0-5 0,5-1-3 16,2-9-7-16,0-5 1 15,0-5-120-15,12 3-191 16</inkml:trace>
  <inkml:trace contextRef="#ctx0" brushRef="#br0" timeOffset="197096.69">13118 5907 276 0,'0'0'105'0,"0"0"-43"0,0 0 21 16,0 0 6-16,0 0-14 15,0 0-26-15,-17-24-27 16,17 24-11-16,0 0-6 16,0 0 2-16,13 0-5 15,7 0-2-15,-3 8 0 16,-1 8-1-16,-5 2-5 15,-4 4-1-15,-5 1 0 32,-2-1 6-32,0 2 2 15,-5-2 1-15,-10 0 3 0,-3 0-2 16,1-3-2-16,5 2 1 16,6-3-2-16,1 1 0 0,5 0 0 15,0-3-2-15,0-2 2 16,0-2 0-16,7 0 1 15,1-4 1-15,2 2 3 16,-6 1-5-16,-2-2 0 0,-2 1-4 16,0 5 4-16,0-1 0 15,0-1 0-15,0 1 1 16,0 3-1-16,0-5 4 16,0 2-4-16,0-1 0 15,3 4 0-15,3-1 0 16,1 0 0-1,0 2-1-15,-5-3-167 16,-2 1-135-16</inkml:trace>
  <inkml:trace contextRef="#ctx0" brushRef="#br0" timeOffset="202991.34">11841 7229 345 0,'0'0'52'0,"0"0"-7"0,0 0 24 16,0 0-12-16,0 0 35 16,0 0-14-16,0 0-30 15,-15-37-15-15,11 35 2 16,2 2 0-16,2 0-18 16,0 0-4-16,0 0-12 15,0 0-1 1,-2 0-1-16,-4 19 0 15,-1 7 1-15,-4 0 0 0,2 4 1 16,0-5 0-16,3 4-1 16,1 0 1-16,5-6-1 15,0 1-1-15,0-1-1 16,0-9 2-16,0 2 1 16,0-5-1-16,7-1 0 15,1 1 0-15,3-1 0 0,-1 2-1 16,-4 1 2-16,-1 3-1 15,-5 1 0-15,0 3 0 16,0 1 0-16,-9 2 3 16,-7-1 0-16,1 0-3 15,3-1 0-15,3-4 1 0,3-1-1 16,4 0-2-16,2-2 2 16,0 2 0-16,0-2 0 15,0-2-2-15,4-1 1 16,3-2 1-16,1 3 1 31,0-2-1-31,-2 3 0 16,-2-2-26-16,-1-3-243 0,1-2-257 15</inkml:trace>
  <inkml:trace contextRef="#ctx0" brushRef="#br0" timeOffset="205520.21">12445 7337 254 0,'0'0'58'16,"0"0"-30"-16,0 0 27 16,0 0-14-16,0 0 10 0,0 0-33 15,0 0 9-15,0-35 4 16,0 29-6 0,0 3-5-16,0-3-5 15,-4-2-1-15,-3 2-8 16,-5 0 0-16,-1-3 2 15,-3 4-6-15,1-1-1 16,-3 2 1-16,3 1-2 0,1 3-7 16,-1 0 7-16,-3 0 4 15,3 13-4 1,-2 7-1-16,7 2-1 16,2 6 1-16,8 0-3 15,0 0 1-15,0-1-2 16,18-6 5-16,1-3 3 0,2-5-1 0,2-1-1 15,2-8 0-15,-1-4 0 32,1 0 7-32,-1 0-3 0,-4-17-3 15,-2-1 2-15,-7-1 1 16,-2-4-3-16,-2 7 2 16,-3 2-3-16,-4 4 2 15,0 6 0-15,0 2 2 16,0 2 4-16,0 0-7 0,0 0-2 15,0 0-3-15,0 0-2 16,0 2 2-16,0 12 3 16,0 5 3-16,0 2-3 15,0 7 5-15,0 2-4 16,0 4 0-16,-4-1 0 16,-1-4 3-16,3-3-4 15,2-5 1-15,0-5 0 16,0-7-1-16,0-2 2 0,0-5 1 15,0 1-2-15,0-3 1 16,0 0 2-16,0 0 5 16,11 0 4-16,0 0-3 0,-2 0-10 15,-2 0-2-15,0 0-24 32,-3 0-277-32</inkml:trace>
  <inkml:trace contextRef="#ctx0" brushRef="#br0" timeOffset="205946.71">12697 7503 385 0,'0'0'94'0,"0"0"-24"0,0 0 27 16,0 0-33-16,0 0-51 16,0 0 3-16,24 47 12 15,-15-18 14-15,-2 3-17 16,0 2-5-16,-3-1-12 0,0-1-6 16,-1 2 0-16,-3-3 0 0,0-2-1 31,0-5-1-31,0-10-350 15</inkml:trace>
  <inkml:trace contextRef="#ctx0" brushRef="#br0" timeOffset="208719.8">13132 7804 248 0,'0'0'59'0,"0"0"13"16,0 0-6-16,0 0 1 15,0 0-13-15,0 0-19 16,0-20-7-16,0 20 10 0,0-2-6 16,0 2 6-16,0 0-15 15,0 0-12-15,0 0-6 16,-2 0-3-16,-4 0 0 16,0 0-2-16,-3 6 9 15,-2 8-5-15,-2 4-3 0,2 2-1 31,-5 3-1-31,5-5-13 16,-1-2-339-16</inkml:trace>
  <inkml:trace contextRef="#ctx0" brushRef="#br0" timeOffset="-87501.03">13386 7367 161 0,'0'0'45'0,"0"0"-28"15,0 0-3-15,0 0 100 16,0 0-28-16,0 0-29 16,0 0 4-16,2 2-9 15,-2-2-10 1,0 0-1-16,0 0 5 16,0 0-14-16,0 0-2 15,0 0-7-15,0 0-11 16,0 0-3-16,0 2-5 15,0-2-2-15,0 0 4 16,0 0-6-16,0 0 1 16,0 0 4-16,0 0-4 0,0 0 9 15,0 0-7-15,0 0 1 0,0 0-3 16,0-2 1-16,0-4-2 16,0 3 0-16,-9-4-12 15,-3 1 9-15,2 1 3 16,-3 2 2-16,-1 1-2 15,5 0-3 1,3 2 3-16,-2 0-1 16,2 0 1-16,-3 0 0 15,-3 0-1-15,-1 10 0 16,0 12-2-16,-3 2 3 16,8 0 0-16,3 2-3 15,5 0 2-15,0-3 0 16,0-3-2-16,7-6-3 0,10-6 3 15,8-4 3-15,2-4 0 16,4 0 0-16,0-12 13 16,0-9-9-16,0-4 1 15,-4-4 1-15,-6 5-2 0,-6-1 1 16,-6 11-5-16,-6 3 2 16,-1 3 8-16,-2 6-8 0,0 2 8 15,0 0-6-15,0 0-4 31,0 0-8-31,0 0-1 16,0 2-2-16,0 14 11 16,0 4 1-16,0 6-1 15,0 3 2-15,0 3 0 0,-2-1 3 16,-6 0-3-16,6-1-1 16,-2-2 0-16,1-2-1 15,1-5 1-15,0 0 1 16,0-3-2-16,2-4 0 15,0-2 0-15,0-2-2 16,0 0 5-16,4-3-7 16,3 0-9-16,2-2-177 0,-4-2-292 15</inkml:trace>
  <inkml:trace contextRef="#ctx0" brushRef="#br0" timeOffset="-86866.76">13651 7645 91 0,'0'0'284'0,"0"0"-225"0,0 0 43 15,0 0 4-15,0 0-22 16,0 0-16-16,0-5-29 16,0 5-17-16,0 0-5 15,0 0-6-15,0 0-11 0,0 0-4 16,0 0-11-16,0 0 6 16,0 10 9-16,-4 10 14 15,-4 1-11-15,2 2 0 31,2 1-3-31,1-1 3 0,3-3-3 16,0-3 0-16,0-1-1 16,0-6-5-16,9-2 6 15,5-1-5-15,3-6 2 16,4-1 3-16,-1 0 0 0,4-4 8 16,-2-12-8-16,-1 0 1 15,-4-2-1-15,-3 4 1 16,-8 0 1-16,-3 5 0 15,-3 0 0-15,0 4 2 16,0 2-1-16,0 0-3 16,0 3 10-16,0 0 2 0,0 0 0 15,0 0-12-15,-5 0 2 16,1 17-2-16,-3 3 8 16,7 2-7-16,0 0 5 0,0-2-5 15,0 3 1-15,0-6 1 16,0 1-3-16,5-3 0 31,3-2 0-31,1-2-11 16,3-6-159-16,-4-1-292 15</inkml:trace>
  <inkml:trace contextRef="#ctx0" brushRef="#br0" timeOffset="-85901.5">14019 7175 228 0,'0'0'226'0,"0"0"-171"0,0 0 17 0,0 0 6 15,0 0-36 1,0 0-39-16,8-4 15 0,11 4-4 16,-4 0-6-16,1 0-4 15,-7 4-4-15,-3 3-1 16,-4 8-9-16,-2 0 5 16,0 9 5-1,-6 7 8-15,-17 5 12 16,-6 1-13-16,3 2 7 15,-1-5-6-15,7 0 1 16,9-6-1-16,6-4 0 16,5-3-3-16,0-5-5 15,20-4 1-15,7-3-1 16,0-1 5-16,-4-1 3 0,-8-4-6 16,-9 4 0-16,-4-2-2 15,-2 5-9-15,0 3 9 0,0 2 2 16,0 2 8-16,-2-2-6 15,-2 2-2-15,2-1 2 16,-1 0 2-16,3 0-1 16,0 0-1-16,0-2 0 0,0 0-1 15,0-5-1 1,0 4-1-16,0 1 1 0,0-4 1 16,3 5-2-16,-1-6-1 15,-2 4 1-15,0-2-1 16,0 1 0-16,0 1-96 31,0-3-237-31</inkml:trace>
  <inkml:trace contextRef="#ctx0" brushRef="#br0" timeOffset="-83593.92">11696 8330 195 0,'0'0'19'15,"0"0"-7"-15,0 0-2 16,0 0 12-16,0 0 15 0,0 0-13 16,0-2-13-16,0-1 4 15,0 1 18-15,0 1 4 16,0-1-16-16,0 2-4 16,0 0 3-16,0 0 0 0,0 0 1 15,0-2 3-15,0-2-3 16,0 0 8-16,0 4-2 15,0 0-4-15,0-3-6 16,0 3 13-16,0 0 4 16,0 0-9-1,0 0-7-15,0 0-1 16,0 0-2-16,0 0-6 16,0 0 0-16,0 0 6 15,0 0 0-15,-5 0-15 16,-6 4 5-16,-7 15 2 15,-4 5 3-15,0 0-5 16,0 0-4-16,1-2 0 0,8-2 2 16,7-2-3-16,1-4-1 15,5 0-3-15,0-5 4 16,5 3-6-16,16-3 6 0,6-3-2 16,2 0-7-1,-4-2 5-15,-9 3-11 0,-7 0 11 16,-5 5 0-16,-4 2-5 15,0 4-2-15,0 3 8 0,-2 2 5 16,-14 3-2-16,-2 5 2 31,0-2 1-31,3 3-3 16,-1 3 0-16,5-5 2 16,7 0-1-16,4 0 1 15,0-4 0-15,0-1-2 0,0-2 2 16,0-2-1-16,2-2 0 15,5-3 1-15,-1-2-2 16,1-1 0-16,-2-1 0 16,1-1 0-16,-4 6 2 15,3-1-2-15,1 0-2 16,-1 0-8-16,2-4-214 0,2-5-189 16</inkml:trace>
  <inkml:trace contextRef="#ctx0" brushRef="#br0" timeOffset="-74459.44">12401 8470 111 0,'0'0'44'0,"0"0"-8"15,0 0 2-15,0 0 28 16,0 0 1-16,0 0-21 15,0 0 4-15,-35-22-27 16,27 22-1-16,-1 0 20 16,-3 0-7-16,-1 0-8 0,1 2-9 31,-2 16 3-31,3 2-11 16,-1 8 8-16,6 1-14 15,3 2 8-15,3-1-1 0,0-1-2 16,0-1-2-16,0-5-5 15,9-1 0-15,7-4-2 16,5-1-2-16,0-7 2 16,6-7 14-16,4-3-14 0,3 0 19 15,1 0-9-15,1-5 4 16,-4-11-13-16,-1-2 5 16,-6-4-5-16,-6-2 2 15,-3-2 2-15,-3-1-2 16,-7 1-1-16,-3 0-2 15,-3 0 0 1,0 0-1-16,0 4 1 16,-9 0 0-16,-6 0 0 15,-3 1 6-15,-3 1-6 16,0 3-1-16,0 1 0 16,3 3-1-16,3 1 4 15,1 5-1-15,5 2-1 0,5 5-1 16,2 0-1-16,0 0-1 15,-3 0-3-15,1 0 0 16,-5 3 6-16,2 11 1 16,1 1-1-16,1 8 1 0,3 1-1 15,2 4-1-15,0 8 1 16,0 2 3-16,0 6-1 16,0 0 6-16,0 2-1 0,0 2 0 15,0-4 3-15,2 3-2 16,0-5 1-16,1-6-3 15,1-6 4-15,-2-6-3 16,0-6-7-16,-2-4 2 16,2-4 0-16,-2 1-1 31,0-4-1-31,0 2 0 0,0-2-105 16,0-3-243-16</inkml:trace>
  <inkml:trace contextRef="#ctx0" brushRef="#br0" timeOffset="-73589.5">12858 8340 428 0,'0'0'98'16,"0"0"-41"-16,0 0 44 15,0 0-18-15,0 0-44 16,0 0-39-16,-10-15 0 16,22 15 0-16,7 7 4 0,2 5 4 15,-1 2-6-15,-7 2-2 16,-7 0 2-16,-1 4-4 16,-5 3 2-16,0 2 0 0,0 3 0 15,-5 2 0-15,-10 0 0 16,-1-2 5-16,3-1-2 15,2-6-1 1,6-1 1-16,5-3-3 16,0-1 0-16,0-5 0 15,8 1 0-15,7 1 0 16,-2-2 0-16,-1 0 3 16,-6 0-2-16,-4 1 0 15,0 2-1-15,-2 5 0 16,0-1 0-16,0 0 2 0,0 0 0 15,0-1-1 1,0-3-1-16,0-2 0 16,0 1 1-16,0-3-1 15,0 2 0-15,5-1-4 16,2 1-87-16,-5-3-112 16,3-1-123-16</inkml:trace>
  <inkml:trace contextRef="#ctx0" brushRef="#br0" timeOffset="-72052.83">11832 9450 551 0,'0'0'77'16,"0"0"-24"-16,0 0-25 15,0 0 32-15,0 0-8 16,0 0-35-16,0-14-17 16,0 21-10-1,0 10 10-15,0 4 6 16,-10 1-4-16,2 0 4 16,-1-3-5-16,3 3 0 15,-4-3 1-15,1 1-1 16,5-1 0-16,0-2 1 15,4-1-1-15,0-2 0 16,0-3-1-16,0 1 0 0,0-3-1 16,4 2 1-16,7-2 0 15,3 1 1-15,-1-1 0 0,-5-2 1 16,0 1-2-16,-6 2 1 16,-2 2-1-16,0 2-1 15,0 4 1-15,0 1 0 16,0 2 2-16,-6 6-4 0,-2-1 4 15,2 4-4-15,1-2 4 16,1-5-2-16,4-4 3 16,0-1-3-16,0-2 0 15,0-4 2-15,0 0-2 32,2-5 0-32,3 2 0 15,1-3 0-15,-2 0-2 0,-2 2-60 16,4 0-198-16</inkml:trace>
  <inkml:trace contextRef="#ctx0" brushRef="#br0" timeOffset="-60528.83">12454 9561 131 0,'0'0'125'16,"0"0"-83"-16,0 0 3 0,0 0 20 15,0 0-14-15,0 0-17 16,0 0-9-16,0-18-5 0,0 16 21 16,0-2 22-16,0-1-16 15,0 2-14-15,0-1-22 16,-5 2 18-16,1-3 10 31,2 4-23-31,-3-1-7 0,-4 0 0 16,0 0-8-1,-4-1 6-15,-1 3-7 0,-1 0-5 16,-1 0 3-16,-1 0-5 16,-1 12 14-16,-1 5-5 15,4 3-1-15,5 4-1 16,2 2-2-16,8 0 1 0,0 0 0 16,0-3-1-16,0-4 2 15,16-5-3-15,1-3-5 16,4-6 5-16,-1-3 3 15,0-2-1-15,-2 0 1 16,0-4-12-16,-3-10 37 16,-1-2-19-16,-3-1 3 0,-2-2-8 15,0 3 4-15,-5 2-2 16,-1 5 1-16,-1 4-3 0,-2 3 2 16,0 2-3-16,0 0-1 15,0 0-10-15,0 2-11 16,0 20 22-16,0 10 4 31,-9 6-3-31,-3 4 8 0,4-4-5 16,1 4 0-16,3-7-3 15,1 1 0-15,1-6-1 16,2-6 1-16,0-2-1 16,0-5 0-16,0 2 0 15,0-4 0-15,9-3 0 16,2 0 3-16,0-7-3 0,3 1-7 15,-1-6-57-15,3 0-191 16</inkml:trace>
  <inkml:trace contextRef="#ctx0" brushRef="#br0" timeOffset="-60115.62">12663 9890 222 0,'0'0'264'0,"0"0"-256"0,0 0 12 16,0 0 18-16,0 0-8 15,0 0-17-15,-40 34-4 16,34-8 5-16,4 0-3 15,2 2-1-15,0-1-8 16,0-3-2-16,4-7-2 0,11-3 0 16,3-8 2-16,2-6 9 15,0 0 11-15,1 0-12 16,-4-16 0-16,-3-5-8 16,-8-3 11-16,-4-5-8 15,-2-1 4-15,0 2 1 16,-6-2-8-16,-12 9 3 0,-4 4-8 31,-5 6 10-31,3 6-3 0,1 1-2 16,3 2-21-16,9 2-17 15,2 0-165-15</inkml:trace>
  <inkml:trace contextRef="#ctx0" brushRef="#br0" timeOffset="-59346.71">12991 9547 243 0,'0'0'203'0,"0"0"-153"16,0 0 60-16,0 0 15 16,0 0-83-16,0 0 7 0,0-8-14 15,0 8-12-15,0 0-5 16,0 0-9-16,0 0-9 16,0 0-2-16,0 0-4 15,0 10 6-15,0 5 3 16,4-1-2-16,3 5-1 31,2-1 4-31,-2 0-3 0,-1-2-1 16,-3 3 0-16,-1-2 2 15,-2-1-2-15,0 0 0 16,0-2 2-16,0 0-1 0,-2 1-1 16,-3-1 2-16,1 3-2 15,2 2 0-15,2-1 0 16,0 1 0-16,0-1-2 15,0 0 2-15,0 3 2 16,0 1-1-16,0-4 0 0,0 2 0 16,0-2-1-16,0-1 1 15,-2 2-1-15,2 1 0 16,0-2 0-16,0 0 0 31,0 0 0-31,0 0 0 0,0 3-1 16,0 0 1-16,0 0 0 15,2-1 0-15,-2 2 1 16,0-2 1-16,0 1-1 16,0-2-1-16,0-3 0 15,0-2 0-15,0-3-3 16,2-4-217-16,2-2-423 0</inkml:trace>
  <inkml:trace contextRef="#ctx0" brushRef="#br0" timeOffset="-51350">11883 10638 656 0,'0'0'51'0,"0"0"-21"16,0 0 58-16,0 0-32 15,0 0-10-15,0 0-12 0,0 0-27 16,-5-14-7-16,1 14 0 31,0 0 0-31,-5 14 7 16,-3 5 1-16,6 1-5 15,-1 4-3-15,7-1 1 16,0 0-1-16,0 0 0 16,5 0 2-16,9-6-4 0,3-1 4 15,-3-2 0-15,-3-3-2 16,-3-2 0-16,-6 2 0 16,-2-4 0-16,0 5 0 15,0 7-4-15,-4-2 4 0,-13 5 4 16,-4 2-3-16,5-3 1 15,6-1 0-15,3-1-2 16,5-3 0-16,2 3 0 16,0-1 0-16,0 0 1 0,13 1-1 15,1-2-5 1,-1-3 5-16,-7-2 3 0,1 0-1 16,-4-2-2-16,-1 3 0 31,0 1 1-31,-2-2-1 15,2 8 3-15,3-5-2 0,-1 1 0 16,0 0-1-16,3 1 0 16,0-6 0-16,0 0-2 15,1-4-57-15,1-3-111 16,0-1-146-16</inkml:trace>
  <inkml:trace contextRef="#ctx0" brushRef="#br0" timeOffset="-50643.38">12327 10840 249 0,'0'0'75'0,"0"0"50"0,0 0-66 0,0 0 1 0,0 0 3 16,0 0-23-16,4-72-15 16,-4 62 5-16,-7 1 5 31,-1 0-13-31,-2 1-7 16,2 4 50-16,-3 0-63 15,-5 2 29-15,1 2-27 16,-1 0-1-16,-2 10-3 0,0 12 0 15,0 8 0 1,5 4 0-16,2 2 0 16,9-2 0-16,2-1 2 15,0-8-5-15,9-4 3 16,13-7-5-16,2-6-2 16,3-8 7-16,0 0-1 0,-3 0 4 15,-3-13-6-15,-4-6 8 16,-3-6-5-16,-5 3 6 15,-5 4-1-15,-2 3 1 0,-2 3-2 16,0 10 7-16,0-1 5 16,0 3-2-16,0 0 0 15,0 8-14 1,0 18 0-16,-2 12 1 0,0 5 6 16,2 0-5-16,0 3 3 15,0-5 0-15,0-3-2 16,0-6-3-16,4-7 0 15,2-4-1-15,2-7 1 16,-4-3-127-16,1-8-419 16</inkml:trace>
  <inkml:trace contextRef="#ctx0" brushRef="#br0" timeOffset="-49040.78">12561 11078 462 0,'0'0'160'0,"0"0"-119"0,0 0 40 32,0 0-23-32,0 0-8 15,0 0-29-15,-10-19-21 16,22 12 0-16,15 2 18 16,2 1-17-16,0 0 6 0,-10 4-6 0,-5 0-2 15,-5 0-2-15,-5 0 1 16,-4 2-4-16,0 8-4 0,0 0 6 15,0 0 4-15,-2 0 14 16,-6-1-10-16,3-2 2 16,5-1-6-16,0-2 0 31,0-1 0-31,0 4 0 0,0-2-5 16,11 0 5-16,7 1 5 15,0 3 2-15,0-3-6 16,-7 5 1-16,-3 3-2 15,-3 0-2-15,-5 4-1 16,0 3 3-16,0 0 5 16,-2-1 0-16,-9-2-5 0,-2-2 9 15,3-3-3-15,1-8 2 16,5 1-8-16,-2-1 0 16,1-3-1-16,0-1 1 0,-1-1-5 15,1 0-5-15,-1 0-178 16,1-5-395-16</inkml:trace>
  <inkml:trace contextRef="#ctx0" brushRef="#br0" timeOffset="-48308.14">12962 10793 359 0,'0'0'173'15,"0"0"-69"-15,0 0 9 16,0 0-25-16,0 0-17 16,0 0-32-16,-9-15-19 0,9 15-12 15,0 0-2-15,0 0-6 16,0 0-9-16,0 0 8 15,9 0-1-15,7 2 4 16,-3 4 8-16,0 4-5 16,-1-1-4-16,-6 4-2 0,-1 1-2 15,-5 0 3-15,0 3 0 16,0 0 0-16,0 3 0 16,-7 2 1-16,-4 0 0 15,0-2 3-15,4-1-2 16,5-1-2-16,2-2 0 15,0-4 0 1,0 2 0-16,2-2-4 16,13-3 2-16,6 0 2 15,-5-4 1-15,-6 4-1 16,-3 0-3-16,-7 0 1 0,0 3 1 16,0 4-1-16,0 2 4 15,-2-1-2-15,-5 2 0 16,3-3 1-16,2 0 0 15,2-2-1-15,0 0-1 0,0-1 1 16,0-4 0-16,0 3 4 16,0 0-3-16,2-1-1 15,-2-1 1-15,0 1-1 16,0 1 0-16,0 1 0 16,0-3-1-1,0-1-85-15,0-2-239 16</inkml:trace>
  <inkml:trace contextRef="#ctx0" brushRef="#br0" timeOffset="-46387.85">12040 11951 275 0,'0'0'151'0,"0"0"-86"0,0 0 41 15,0 0 24-15,0 0-55 16,0 0-23-16,0-44-25 15,0 38 10 1,0 2-9-16,0 0-5 16,0 2-10-16,0 2-6 15,0 0-5-15,0 0-1 16,2 0 0-16,-2 0 0 0,0 0 2 16,0 0-3-1,0 0-1-15,0 0 1 16,0 0-1-16,0 0 1 15,0 0-1-15,0 0 5 0,0 0-7 16,0 0 3-16,0 0 0 16,0 0 8-16,0 0-8 15,0 0-1-15,0 0 1 0,0 0 6 16,0 0-5-16,0 0 0 16,0 0-1-1,0 0 0-15,0 0 0 16,0 0-1-16,0 0-5 0,0 0 0 15,0 6 6-15,0 10-3 16,0 4 3-16,0 6 0 16,0 4 2-16,0 4 0 15,0 4 2-15,-2-2-4 16,-4-2-1-16,2-2 1 0,4-4 1 16,0-3 4-16,0-6-5 15,0-2 0-15,0-3-3 16,2-1 3-16,3-2 0 15,0-3 2-15,-1 4 2 16,2-2-4-16,-1 0 0 16,-1 0 0-1,0 1 0-15,4-4 0 16,-2 3-3-16,-1-2 0 16,-1 1 1-16,-4 1 2 15,0-1 0-15,0 3 3 16,0 4-3-16,0 0-1 0,-9 7 1 15,3-2 2-15,4 3-2 16,0 1 0-16,2-2 0 16,0 2 1-16,0-4-1 15,0-4-5-15,2-3 4 0,15-1-2 16,1-4 3-16,5-4-1 16,-2 0 0-16,0 2 1 15,-3-4 0-15,-5 1-27 16,-4 2-15-16,-3 1-43 0,-6 0 19 15,0 3-22-15,0-1-30 16,0 3-167-16</inkml:trace>
  <inkml:trace contextRef="#ctx0" brushRef="#br0" timeOffset="-24542.87">12713 12031 5 0,'0'0'98'0,"0"0"-71"15,0 0-1-15,0 0 25 16,0 0-17-16,0 0 31 16,0 0-24-16,0 0-11 0,0-14 3 15,0 14 11-15,0 0-4 16,0 0-8-16,0-2-4 15,0 2 4-15,0 0 5 16,0-2 0-16,0 2-15 0,0-3-5 16,0 1-10-16,0-1-2 15,0 1 9-15,-3 0-13 16,-1-2 0-16,-1 3 1 16,1-4-1-16,-3 2-2 0,-2-2 2 31,3 1 7-31,-4 1-4 15,0 0-4-15,1-1 5 16,-1 2-4-16,2 2-1 16,-1 0 0-16,-1 0 1 15,0 0 0-15,-1 0 1 16,-1 0-1-16,-1 0 4 0,-1 9-5 16,1 3 0-16,0 5-1 15,-3 3 1-15,1 6 0 16,3 3-5-16,6-1 5 0,4 4-2 15,2-2-3 1,0-2 4-16,2-4-3 0,16-6 4 16,4-4-2-16,7-4 3 0,2-8-1 15,-2-2 13-15,0 0-10 16,-4 0-3-16,-5 0 1 16,-5-4-1-16,-4-6 8 15,-1 2-7-15,-6-4 9 16,0 4-2-16,-4-2-6 15,2 0 2 1,-2 0 1-16,0 2-1 16,0 4 2-16,0-1 6 15,0 5 5-15,0 0-5 16,0 0-12-16,0 0-1 16,0 0-1-16,0 0-2 15,0 14 4-15,-10 11 1 16,0 6 3-16,-1 2-1 0,3 5 2 15,3-5-5-15,1 2 2 16,1-3-3-16,1-6 3 16,2 1 0-16,0-8-1 15,0-3 1-15,0-4-2 0,0-4 0 16,0 1-3-16,0-6-1 31,0 4 8-31,5-5-8 0,1 1 4 16,3-3-187-16,-2 0-259 15</inkml:trace>
  <inkml:trace contextRef="#ctx0" brushRef="#br0" timeOffset="-23872.11">12915 12325 388 0,'0'0'104'0,"0"0"-75"0,0 0 51 16,0 0 4-16,0 0-33 15,0 0-33 1,0-5-18 0,0 5-5-16,0 0 4 0,0 8 1 15,0 8 5-15,0 6 4 16,0 0-3-16,-5 2 1 16,1 0-3-16,2-2-2 15,2 0 0-15,0-1-2 16,0-6 2-16,0 2 0 0,0-5-1 15,2 0-2-15,7-3 3 16,0-2-6-16,4-5 4 16,1-2 0-16,-1 0 15 15,3 0-15-15,-5 0 0 16,0-6-11-16,-2-4 11 16,0-2-9-1,0-2-15-15,-5 2 18 16,0-5 6-16,-4 3 3 0,0 0 1 15,0 2 0-15,0 5-4 16,0 0 10-16,-4 3-4 16,0 4 2-16,2 0 12 15,2 0 12-15,0 0-17 16,0 0-15-16,-3 18 2 0,1 8-1 16,2 2 5-16,0 1-4 15,0-1 3-15,0 0-5 16,0-2 2-16,5-4 0 15,1 0-1-15,-2-4 0 16,2-2-1-16,-2-2 0 16,-4-4-2-16,0-6-357 0</inkml:trace>
  <inkml:trace contextRef="#ctx0" brushRef="#br0" timeOffset="-21368.5">13309 12035 224 0,'0'0'145'0,"0"0"-108"0,0 0 5 15,0 0 46-15,0 0-7 16,0 0-18-16,-8-24-14 16,6 23-17-16,2 1-2 15,0-2-2-15,-3 2-3 16,3-3-10-16,0 3-8 15,0 0-3-15,0 0 0 16,0 0 1-16,0 0-2 16,0 0-1-16,0 0 0 15,0 0 0 1,0 0-1-16,0 0 0 0,0 0 3 16,0 0-4-16,0 0 0 15,0 0 3-15,0 0-3 16,0 0 1-16,0 0-1 0,0 0 0 15,0 0 2 1,0 0 0-16,0 0-1 0,0 0 2 16,0 0-1-1,0 0 0-15,0 0 0 16,0 0-1-16,0 0-1 16,0 0-1-16,0 0-1 0,0 0 1 15,0 0-2-15,0 0-3 16,0 0 0-16,5 0 6 15,6 0 3-15,5 0-3 16,-2 0 1-16,-2 0-3 0,1 0 7 16,-3 0-9-16,-1 3 7 15,-7 0-6-15,0 1-2 16,-2 0 4-16,0 6-7 16,0 2-3-16,0 6 11 15,-4 6 0-15,-12 3 0 16,0 1 11-16,-2 0-8 0,3 0 3 15,3-1-4 1,6-4 0-16,4-3-2 16,2 0 1-16,0-2-1 15,0-4 0-15,0 2 1 16,11-6 0-16,0-1-1 0,-2 0 0 16,1-1 0-1,-4 0 2-15,-2-1-1 16,1 0-1-16,-5 1-2 15,2 3 2-15,-2-4 1 16,0 1 0-16,0-2 4 16,0 0-5-16,2 2 0 0,-2 5 0 15,4-3-1-15,-4 2 2 16,2-1 3-16,1 3-4 0,-3 0 0 16,5 3 0-16,-3-2 0 15,0-1 0-15,-2 1 0 16,2-3 2-16,0-2 0 15,3-2-2-15,-1-2 0 16,5 1-2-16,2-2 0 16,0-3-154-1,-1-2-508-15</inkml:trace>
  <inkml:trace contextRef="#ctx0" brushRef="#br0" timeOffset="-14936.84">12264 13002 207 0,'0'0'85'0,"0"0"-12"0,0 0 11 16,0 0-19-16,0 0 9 16,0 0-11-16,0 0-30 15,2-6-10 1,-2 6 8-16,0 0 8 16,0 0-22-16,0 0 3 15,0 0-7-15,0 0-3 16,0 0-2-16,0 0-3 15,0 0-5-15,0 8 12 16,-10 8-8-16,-11 4 10 16,1 2-10-16,3 0 3 0,1 2-5 15,5-2 1-15,4 2-3 0,5-4 0 16,2-1-2-16,0-4 1 16,2-2 0-16,13-4 0 15,6 1 0-15,1-3 2 16,2 2 0-16,-6 0 0 15,-5 1 0-15,-5 3-1 16,-8 4-2-16,0 7 0 0,0 0 2 31,-2 0 1-31,-15 0 5 16,5-4-6-16,0 0 0 16,3-4 3-16,5 3-3 15,4-6 1-15,0 1-1 16,0-2 0-16,0-2 0 0,0-1-1 15,6 3 1-15,1-3 3 16,-1 2-1-16,2-2-2 16,-6 1 0-16,0 2 0 15,0 0 1-15,-2 1-1 16,0-2 0-16,2 2 0 0,0-1-1 16,1-2-65-16,1-1-200 15,-2 0-307-15</inkml:trace>
  <inkml:trace contextRef="#ctx0" brushRef="#br0" timeOffset="-5024.27">12748 13229 135 0,'0'0'66'15,"0"0"16"-15,0 0 19 16,0 0-35-16,0 0 16 16,0 0-18-16,0 0-33 15,2-40-3-15,-2 37 35 0,0-1-31 16,-2 1-27-16,-7-2 4 15,0 2-8-15,-4 0 5 16,-1 3 15-16,-1 0-18 16,-1 0-3-16,-1 0 6 15,0 0-4-15,2 16-1 16,-3 7-1 0,3 2 0-16,1 8 0 15,5 2 0-15,5-2-1 16,4-3-4-16,0-4 5 0,9-4-2 0,9-8 0 15,4-4 0-15,2-8-4 16,-1-2 6-16,2 0 0 31,-3-7 8-31,-2-10 2 0,-2-5-1 16,-7 2-5-16,-7 2 1 16,-2-1 4-16,-2 8-2 15,0 2 8-15,0 4 25 0,0 5 6 16,0 0-28-16,0 0-18 15,0 0-1-15,0 0-8 16,0 14 3-16,0 9 6 0,-13 14 8 16,2 1-5-16,-3 3-1 15,1 5 2-15,2-8-4 16,2-2 2-16,5-9-2 16,4-5 0-16,0-6 0 15,0-4 0-15,0-1 0 16,0-6-3-1,11 0 2-15,2-5-98 16,-2 0-291-16</inkml:trace>
  <inkml:trace contextRef="#ctx0" brushRef="#br0" timeOffset="-4607.87">12844 13647 391 0,'0'0'44'16,"0"0"1"-16,0 0-24 15,0 0 27-15,0 0-38 0,125-50-9 16,-109 50 5-16,-8 0-6 15,-6 0-7-15,-2 18 7 16,0 5 2-16,0 7 16 16,-15-2-12-16,-5 2-4 15,-3-6 14-15,4-2-15 16,3-3 9-16,3-5 6 16,5-5 10-16,4-5 3 0,4-2-13 15,0 3-5-15,0-5-8 16,0 0 16-16,7 0 9 15,9 0 6-15,2 0-13 16,3 0-2-16,4 0-15 0,-2 0-4 16,1 0 0-16,-2 0-10 15,-2 0-275-15</inkml:trace>
  <inkml:trace contextRef="#ctx0" brushRef="#br0" timeOffset="-3959.07">13247 13182 492 0,'0'0'161'0,"0"0"-112"0,0 0 61 15,0 0-57-15,0 0-7 16,0 0-36-16,-15-10-10 15,15 10-6-15,4 2 6 16,7 10 6-16,1 5 1 16,-1 1-3-16,-5 0-4 15,1 4 0-15,-4 1-3 16,-3 5 2-16,0 6 2 16,0-3 0-16,-3 3 0 15,-13-4-1-15,1-2 0 16,-1-4 0-16,3-2 1 0,6-3 2 15,5 1-3 1,2-5 0-16,0-4 1 0,18 2-4 16,4-1-2-16,0-2 5 15,-2 2 2 1,-4 1-2-16,-5-2-2 16,-6 1 1-16,-5 2 0 15,0-4 1-15,0 4 1 16,0 1-1-16,0-3 1 15,-3 4-1-15,-1-4 3 0,2 4-2 16,2-2-1-16,0-2-1 16,0 2 1-16,0-1 5 15,0-1-5-15,0-1-1 16,0-1-3-16,0-2-150 16,-4 0-151-16</inkml:trace>
  <inkml:trace contextRef="#ctx0" brushRef="#br0" timeOffset="-2604.88">12055 14200 554 0,'0'0'169'0,"0"0"-160"16,0 0 39-16,0 0 14 15,0 0-13-15,0 0-11 0,33-32-27 16,-33 32-11-16,2 0-4 15,0 9 4-15,-2 7 0 16,0 8 0-16,0 6 2 16,0 2 7-16,-8 5 2 15,-13-6-11-15,2 4 2 16,1-4-2 0,3-3 6-16,3-5-5 15,5 1 0-15,7-6-1 0,0-2-1 16,9-4-5-16,13-6 1 0,3 0-44 15,-2 0-12-15,-8-3 17 32,-7 6 36-32,-4 2 2 15,-4-2-2-15,0 7-10 0,0 2 13 16,-4 6 5-16,-6-2 4 0,-1 5 2 16,1-6 2-16,4-1-6 15,1 5 6-15,1-3-7 16,2 1 8-16,0 4 2 15,2-10 4-15,0 2-7 32,0-1-6-32,0-6-2 0,2 2 2 15,9-8-4-15,1 2-3 16,-2-2-173-16,-1 1-323 16</inkml:trace>
  <inkml:trace contextRef="#ctx0" brushRef="#br0" timeOffset="5558.68">12632 14436 55 0,'0'0'143'0,"0"0"-96"16,0 0 12-16,0 0 27 16,0 0 5-16,0 0-7 15,0 0-24-15,0-27 1 16,0 26 1-16,0-2-13 0,0 2-27 31,0-2-10-31,-4 3 8 16,-3 0-11-16,-5 0 9 15,2 0-18-15,-3 0 0 0,-3 12 2 16,3 5-2-16,-3 7 2 16,3 2-2-16,3 6 1 15,4-6-1-15,3 2-1 16,3-2 1-16,0 0 1 0,0-2-1 15,17-2 0-15,0-4 0 16,5-4-1-16,3-6 2 16,0-4-4-16,1-4 3 15,0 0 0-15,-1 0 11 16,2-8-11-16,-2-8 0 0,-3 0-2 16,-4-7-1-16,0 4 3 15,-5 0-2-15,-1-4-1 31,-6 1-4-31,-2 0 1 16,-4-2 2-16,0 2 4 0,0-1-1 16,0 0 0-16,0 2-4 15,0 2 2-15,-6 1 3 16,-6 5 0-16,1 1 0 16,-3 4-1-16,-1 6-2 0,2-2 1 15,-3 4-2-15,3 0-2 16,4 0 6-16,0 0-3 15,5 0 3-15,-1 8 0 16,3 2 0-16,2 3-4 16,0 0 4-16,0 5 0 0,0 5 0 15,0 5 2-15,0 2-1 16,0 10 0-16,0-4-1 16,0 4 1-16,0 0 1 15,0-4-1-15,0 0 0 16,5 0 2-16,-1 3-2 0,0-6 2 31,-2 2-2-31,1-8-1 16,-3-3 3-16,0-3-1 15,0-3-1-15,0-4-1 16,0-7 1-16,0 2-1 0,0-3-1 16,0-6 1-16,0 0-124 15,0 0-288-15</inkml:trace>
  <inkml:trace contextRef="#ctx0" brushRef="#br0" timeOffset="6422.82">13101 14258 408 0,'0'0'81'0,"0"0"-18"15,0 0 79-15,0 0-55 16,0 0-43-16,0 0-30 16,-10-9-9-16,10 9-5 15,0 0-1-15,0 0-3 16,12 9 4-16,3 3 7 0,-1 2-5 15,-1-1 1-15,-2-1-2 16,0 4 1-16,-6 1-2 16,-3 0 0-16,-2 3-2 0,0 1 2 15,0 1 0-15,-4 2 0 16,-10-2 0-16,1 0 7 31,4-4-6-31,2 0-1 0,7-4 0 16,0-2 2-16,0-3-2 15,0-6-3-15,9 3 3 16,2-1-4-16,-5-5 9 16,-3 5-5-16,-3 2 2 15,0-2-2-15,0 3 0 16,0 6 0-16,0 0 9 0,0 0-1 16,0 0-6-16,0 2-2 15,0-6 2-15,0 2-2 16,9-3 1-16,-4 0-1 15,-1-3 4-15,-4 6-2 16,0-3-2-16,0 4 4 0,0 1-4 16,0-1 0-16,0-2 4 15,0 1-2-15,4-2-2 16,5 3-2-16,0-8 2 16,-4 2-120-16,-1-1-318 0</inkml:trace>
  <inkml:trace contextRef="#ctx0" brushRef="#br0" timeOffset="20074.43">11865 15418 321 0,'0'0'79'16,"0"0"-58"-16,0 0-16 15,0 0 18-15,0 0-5 16,0 0-10-16,0 0-1 15,0 0-2-15,0 0 1 16,5-3 4 0,-1 3-2-16,-2 0-3 15,-2 0 1-15,0 0-1 16,0 0 7-16,2 0-4 16,-2 0 0-16,3 0 6 0,2-6 4 15,-3 3-4-15,4-1 3 16,-1 2-1-16,-3-3-1 15,-2 5-4-15,2-3 13 0,-2 1 6 16,0 0 10-16,0 0-15 16,0 2-1-16,0 0-8 15,0 0 0-15,0 0 1 16,0 0-4-16,0 0 4 16,0 0 3-16,0 0-5 15,0 0-10 1,0 0 9-16,-2 0-12 15,-13 9 17-15,-3 5-10 16,-3 3-3-16,8 1-5 16,1 0 0-16,6 0-1 15,6-4 0-15,0-1-1 16,0 0 1-16,4 1 0 0,19-5-1 16,-1-4-1-16,-1 4 2 15,-6-4 3-15,-6 3-3 16,-7 1 0-16,-2 5-5 15,0 0 3-15,0 8 2 0,-13 0 5 16,-8 4-5-16,4-8 2 16,3-1 0-16,3 2-2 15,5-6 0-15,2 1 0 0,4-2 0 32,0 1 0-32,0 1-1 15,0 0 2-15,0-4-2 16,4 2 1-16,9 3 0 15,1-4 0-15,-3 4 5 16,-3-8-5-16,-1 3 0 16,-2 0-1-16,-1-2 1 0,-2-2 0 15,-2 2 0-15,0 1 1 16,0-1-1-16,3 2 0 16,1-5 0-16,2 3-30 15,4 0-166-15,3-8-188 16</inkml:trace>
  <inkml:trace contextRef="#ctx0" brushRef="#br0" timeOffset="20758.3">12403 15603 264 0,'0'0'92'16,"0"0"10"-16,0 0 28 15,0 0-54-15,0 0-11 16,0 0-37-16,0-79-7 16,0 71 13-16,0 0-17 15,0 2-6-15,-8 3-3 0,0-2-5 16,-3 1 3-16,-5 1-3 31,-1 0 0-31,-4 3-1 0,-6 0 3 16,-2 4-5-16,3 12 4 15,-1 6-3-15,9 9-1 16,7-4 0-16,9 4-2 16,2 1 1-16,0-2 0 0,20-7 0 15,7-6-3-15,4-7 4 16,2-6-10-16,3-4-4 16,-3 0 14-16,-2-14-24 15,-6-3-6-15,-7-4 14 16,-5 1 12-16,-4-1 4 15,-4 6 7-15,-3 3-2 0,-2 6 2 16,0 4 10-16,0 2 16 16,0 0-11-16,0 0-22 15,0 12 0-15,0 11 2 16,-7 12 2-16,-2-3 2 16,1 1-4-16,1-1 4 0,2-3-4 31,1-3 3-31,4-3-1 0,0-6-2 15,0-3-2 1,0-2 0-16,0-2 0 16,4-2-8-16,10-8-249 0,-1 0-196 15</inkml:trace>
  <inkml:trace contextRef="#ctx0" brushRef="#br0" timeOffset="21094.91">12578 15883 320 0,'0'0'117'0,"0"0"-67"15,0 0 46 1,0 0-55-16,0 0-28 16,0 0 3-16,103-40-5 15,-90 40-10-15,-4 0-1 16,-4 0-7-16,-5 19 2 0,0 6 5 15,0 1 16 1,-16 6-5-16,-1-6-7 0,-3-2 2 16,1-2-3-16,6-5-3 0,2-3 4 15,6-4-1 1,3-2-3-16,2-8 0 0,0 4-4 16,0-4 1-16,7 0 3 15,13 0 8-15,7 0-3 16,2 0-5-16,2 0-61 15,-2-4-73-15,-4 4-121 0</inkml:trace>
  <inkml:trace contextRef="#ctx0" brushRef="#br0" timeOffset="21812.07">13018 15547 336 0,'0'0'208'0,"0"0"-158"15,0 0 74-15,0 0-21 16,0 0-62-16,0 0-41 15,-9-9 0-15,20 9 0 16,9 0 19-16,-2 0-14 16,0 2-2-16,-7 10-3 0,-5 6-5 15,-6 5 1-15,0-1 2 16,0 4 2-16,0 2 4 16,-11-2-3-16,-1-2 4 15,0-2-5-15,5-5 0 0,3 0 4 16,4 1-4-16,0-4 0 15,0-2 0-15,0 2 0 0,6-6-3 16,7 2 6-16,1-6-6 16,-3 0 6-16,-4 2-2 15,-2-2 0-15,-3 4-1 16,-2 2-3-16,0 2-2 16,0 4 5-16,0 1 5 15,-2 1-4 1,-3-5 0-16,0-3 0 15,3 7-1-15,2-12 0 16,0 8 2-16,0-8-2 16,0 4 1-16,0-2-1 15,0-2 1-15,0 5 0 16,0-2-2-16,0 2 1 16,0-2 0-16,0-3-2 0,0 4-98 15,0-1-83-15,0-2-169 0</inkml:trace>
  <inkml:trace contextRef="#ctx0" brushRef="#br0" timeOffset="23630.16">11799 16527 166 0,'0'0'247'15,"0"0"-133"-15,0 0-68 16,0 0 62-16,0 0-29 15,0 0-19-15,0 0-18 16,0-24-18-16,0 24-4 16,0 0 3-16,0 0-12 0,0 0-5 15,0 0-6-15,0 0-8 16,2 0-4-16,2 0 12 16,1 5 2-16,-1 7 0 15,0 8-1-15,-2-6 0 0,-2 3 2 16,0 1-3-16,0 5 0 15,0-6 0-15,-6 5 1 16,-1-3 1-16,1 2-2 16,2-3 3-16,1-1-1 15,0 1 0 1,3-4-4-16,0 0 1 16,0-7 1-16,0 0 0 15,0 1 0-15,0-4-11 16,6 2 9-16,0-2 2 15,3 4 0-15,-3-4-5 16,2 6 0-16,-2-3 4 16,-2 4-7-16,-1 1 7 0,-3 2-1 15,0 4-2-15,0 5 8 16,-7 3-4-16,-5-3 1 16,4 3-1-16,6-4 1 0,-1 0-1 15,3-4 0 1,0 0-1-16,0-4 1 0,5-2 0 15,9-2-1 1,5-1-3 0,6-5-10-16,-1-3-19 0,-1-1-205 15,-8 0-358-15</inkml:trace>
  <inkml:trace contextRef="#ctx0" brushRef="#br0" timeOffset="51229.13">12372 16682 197 0,'0'0'42'0,"0"0"23"15,0 0-43-15,0 0 42 16,0 0-5-16,0 0-32 16,0 0-15-16,0 0 15 0,-31-49 4 15,31 49-4-15,-4-4 6 16,2 4-2-16,2 0-11 15,-2 0-18-15,2 0 2 16,0 0-4-16,-2 0 6 16,0 0-6-16,-3 0 0 15,-1 0 6 1,-4 0 1-16,0 0-4 16,-1 0-3-16,-1 0 3 15,-1 8-3-15,2 6 0 0,0 0-1 16,2 8 0-16,2 0 0 0,3 5-3 15,4-1 4-15,0-4 7 16,0 2-7-16,15-2-1 16,8-8 0-1,4-2 1-15,2-2 3 0,0-2 2 16,6-8 8-16,-1 0-10 16,1 0-1-16,-2-5 8 15,-1-4-7-15,-8-7 4 16,-1 2-5-16,-8 0-2 0,-5-4 2 15,-6 4-2-15,-2-7 5 16,-2 3-5-16,0 1 0 16,0-2-1-16,-6-4 1 15,-11 0 0-15,1 1 0 16,3 0 0-16,-5 4 2 0,5 0-2 16,0 6 3-16,-1 2-3 31,6 6 0-31,-4 1-5 15,6 3 1-15,1 0 4 16,3 0-3-16,-2 0 1 0,-1 0 2 16,1 0 1-16,-3 7-1 15,0 3 1-15,3-2-1 16,0 0 0-16,-1 6-1 16,3 0-2-16,0 4 6 15,0 5-3-15,2-2 2 0,-3 6 2 16,3-3 0-16,0 6 2 15,0-4-4-15,0 6 5 16,3-6 0-16,5 1 0 16,3-1 6-16,-4 3-3 15,0-3-6 1,2 4 14-16,-5-11-15 16,0 4 8-16,-1-7-7 15,-1-6-4-15,0 4 5 16,-2-10-5-16,2 4 0 15,-2-3 6-15,0-5-4 16,3 5-2-16,-3-5-4 0,0 0-208 16</inkml:trace>
  <inkml:trace contextRef="#ctx0" brushRef="#br0" timeOffset="52009.44">12839 16571 391 0,'0'0'98'0,"0"0"-34"0,0 0-24 16,0 0 60-16,0 0-47 16,0 0-6-16,-20-24-39 15,20 24-4 1,0 0-4-16,0 0-9 16,0 0 5-16,8 7 4 15,7 0 6-15,5 3-4 16,5 2 6-16,-6-2-5 0,-1 2-3 15,-7 2 0-15,-4 0 0 16,-7 0-6-16,0 2 5 16,0 4-1-16,0 1 2 15,-9-4 10-15,0 2-10 16,5-6 1-16,-1 6 0 0,5-7-1 16,0 2 2-1,0-1-2-15,14 1-4 0,8-5 4 16,-4 1 0-16,-5-2 2 31,-4 0-4-31,-7-2 2 0,-2 2-6 16,0 1 4-16,0 3 2 15,0 3 5-15,0-1-4 16,0-2 0-16,0 2-1 16,0 0 0-16,0-2 0 15,0-1 0-15,0 1 1 16,5-3-2-16,-1 5 2 0,-2-2 4 15,0-1-5-15,1 1-3 16,-1 1 3-16,-2 1-103 16,0-2-140-16</inkml:trace>
  <inkml:trace contextRef="#ctx0" brushRef="#br2" timeOffset="66291.7">16756 4191 131 0,'0'0'184'16,"0"0"-123"-16,0 0-28 16,0 0 19-16,0 0 3 0,0 0-15 31,2 0-19-31,-2 0-8 0,0 0-4 15,0 0-2-15,0 0 5 16,0 0 7-16,0 0 1 16,0 0-2-16,0 0-4 15,0 0 4-15,2 0-10 16,-2 0-1-16,3 0 5 0,-3 0-6 16,0 0 2-16,0 0 4 15,0 0-8-15,0 0 4 16,0 0-3-16,0 0-4 0,0 0 0 31,0 0 3-31,0 0-2 0,0 0 1 16,0 0 0-16,0 0 0 0,0 0 4 15,0 0-5-15,0-2 3 16,2-7-4-16,-2-3 0 0,2 1-1 16,0-7 2-16,-2 0 0 15,0-3 2-15,0-3-4 16,0 3-1-16,0-4 1 31,0 1 0-31,-6 2-1 16,-1 2 1-16,-2 0 0 0,2-3 1 15,1 4 1-15,1 1-2 16,1-3 0-16,-3 8 0 16,1 0-1-16,-4 1-1 15,2 4-3-15,-3 1-4 16,-3 2 9-16,1-2 1 0,-1 1-1 15,3 3-1-15,1 2 1 16,0 1-5-16,3 0 8 16,-1 0-5-16,0 0 2 15,4 0 0-15,0 0 0 16,2 0 5-16,2 0-3 16,0 0-2-1,0 0 6-15,0 0-6 16,0 0 3-16,0 0-3 15,0 0 4-15,0 0-5 16,0 0 1-16,0 0-4 16,0 0 2-16,0 0-4 0,0 0 1 15,0 0-2-15,0 4 3 16,0 9 3-16,0-4-8 16,0 1-156-16,0-4-96 0</inkml:trace>
  <inkml:trace contextRef="#ctx0" brushRef="#br2" timeOffset="66725.25">16573 3771 365 0,'0'0'24'16,"0"0"-5"-16,0 0 32 15,0 0-37 1,0 0 18-16,0 0-22 16,-18-15-10-16,14 15-8 15,-3 14 8-15,-1 8 0 16,-4 0 5-16,1 4-5 16,-2-3 0-16,-3-2-4 0,3-1-9 15,-1-6 12-15,6-4-2 16,3-4-10-16,5-6 13 0,0 0 1 15,0 0-1-15,0-16-3 16,0-10 3-16,18-3 13 16,4 0-11-16,1 5 19 15,-4 2-5-15,-1 5-5 16,1 3-1-16,-7 6 6 0,1 6-9 31,3 2-7-31,3 0-4 16,0 5-1-16,4 10 7 15,-1 3-5-15,3-1-63 16,-1-3-423-16</inkml:trace>
  <inkml:trace contextRef="#ctx0" brushRef="#br2" timeOffset="67895.9">16649 3713 98 0,'0'0'87'0,"0"0"-58"15,0 0 14-15,0 0 28 16,0 0-20-16,0 0-22 15,0-1-4-15,0-2 0 16,0 3-16-16,0 0 2 16,0 0-2-16,0 0 9 15,0 0-8-15,0 0 1 16,0 0-1-16,0-1 1 0,0 1-5 16,0 0 3-16,3 0-8 15,5 0 1-15,1 0 3 16,5 0-2-16,1 1 4 15,5 10-4-15,5 3-3 16,3-1 4-16,7 4 2 0,-2-3-6 31,-6 1 2-31,-8-1-5 16,-7 1-8-16,-12-3-240 16</inkml:trace>
  <inkml:trace contextRef="#ctx0" brushRef="#br2" timeOffset="69566.13">15060 3242 397 0,'0'0'69'0,"0"0"-32"0,0 0 27 16,0 0-22-16,0 0-1 15,0 0-17-15,-9-13-18 16,9 13-6-16,0 0-17 16,0 1 17-16,6 21 7 15,3 6-7-15,-5 13 9 16,2 1-7-16,-4 5 7 16,0 2-6-16,0-6-1 15,2-8-4-15,-1-13-118 16,3-10-211-1</inkml:trace>
  <inkml:trace contextRef="#ctx0" brushRef="#br2" timeOffset="69782.12">15109 3174 220 0,'0'0'333'15,"0"0"-287"-15,0 0 43 0,0 0-63 16,0 0-18-16,0 0-8 15,80 24 4-15,-37 4 10 16,3 2-13-16,3-2 2 16,-5-3-1-16,-1-6-1 15,-11-6-1-15,-8-5-20 16,-7-8-146-16,-5 0-70 0</inkml:trace>
  <inkml:trace contextRef="#ctx0" brushRef="#br2" timeOffset="69988.35">15465 3067 261 0,'0'0'102'0,"0"0"18"0,0 0 22 31,0 0-52-31,0 0-42 16,0 0-15-16,-42-65-33 16,42 83-3-16,0 17 3 15,0 6 5-15,11 1-2 16,1 2 2-16,-2 0-5 0,4-4 3 15,-1 0-3-15,3-4-5 16,-1-9-220-16,4-12-105 16</inkml:trace>
  <inkml:trace contextRef="#ctx0" brushRef="#br2" timeOffset="70430.36">15675 3229 124 0,'0'0'337'16,"0"0"-229"-16,0 0-22 16,0 0-5-16,0 0-44 15,0 0-4-15,-26-44-30 0,26 44-3 16,0 0-8 0,0 7 4-16,10 3 8 15,1-2-7-15,3-1 3 0,-3-4-4 0,0-3-2 16,1 0 5-16,-4 0-3 15,1 0-4 1,-2-8-34-16,-5-6 28 16,-2 0 11-16,0 1-11 15,0 1 12-15,0 5-4 16,-11 1 0-16,-7 2 12 16,0 4 1-16,-4 0-6 15,0 6-1-15,-1 14-6 16,3 4 6-16,5 4 3 0,3 4-2 15,12 0 5-15,0 3-5 16,2-5 0-16,23-2-1 16,8-9 0-16,6-6 0 15,5-12 10-15,3-1-5 16,-5 0-5-16,-4-19-54 16,-9-1-49-16,-6-2-113 15,-13 4-9-15</inkml:trace>
  <inkml:trace contextRef="#ctx0" brushRef="#br2" timeOffset="70815.4">16106 3066 356 0,'0'0'93'0,"0"0"-1"16,0 0 24-16,0 0-54 15,0 0-25-15,0 0-37 16,2 8-11-16,-2 16 11 0,-14 8 41 16,-3 4-39-16,-6 0 15 15,-2 0-12 1,1 1-3-16,4-3 6 0,2-6-8 16,5-6-2-16,1-7-28 0,4-7-171 15,3-8-105-15</inkml:trace>
  <inkml:trace contextRef="#ctx0" brushRef="#br2" timeOffset="71014.75">15925 3144 371 0,'0'0'131'16,"0"0"-36"-16,0 0-14 15,0 0-43-15,0 0-18 16,0 0 31-16,80 24-32 15,-54-1-4-15,3 0-8 16,3 1-5-16,-3 2 1 0,0-2-3 16,2-3-13-16,-2-7-230 15,0-9-265-15</inkml:trace>
  <inkml:trace contextRef="#ctx0" brushRef="#br2" timeOffset="71385.26">16283 2851 439 0,'0'0'162'0,"0"0"-68"0,0 0 48 16,0 0-36-16,0 0-58 31,0 0-42-31,14-28-6 16,-3 60-10-16,3 13 10 0,-4 14 9 15,1 5-1-15,-3 1-6 16,-4-1 2-16,0-4 3 16,-1-4-7-16,-1-8-32 15,0-15-266-15</inkml:trace>
  <inkml:trace contextRef="#ctx0" brushRef="#br2" timeOffset="71547.79">16264 3124 397 0,'0'0'123'0,"0"0"-101"16,0 0-9-16,0 0-13 16,0 0 0-16,124-30-274 15</inkml:trace>
  <inkml:trace contextRef="#ctx0" brushRef="#br2" timeOffset="72170.23">17006 2833 50 0,'0'0'412'0,"0"0"-349"0,0 0 14 16,0 0 30-16,0 0-52 16,0 0-16-16,4-42-11 0,-11 42-28 15,-13 0 4-15,-8 0 9 16,-6 2-9-16,2 14-4 15,1 2 0-15,12 2-5 16,5 2 4-16,3 2-1 0,11-1-3 16,0-1-6-16,0-1-9 15,25 0-15-15,4-2 17 16,4 2 4-16,-2-3 2 16,-4 1 12-16,-7 0 0 15,-9-1 1-15,-11 1-2 16,0 0-4-1,0-1 3-15,-18 0 4 16,-11-4-2-16,-4-2 3 16,-3-6 0-16,9-4 6 15,3-2-6-15,9 0 4 16,3 0 9-16,5 0-16 0,7-14 0 16,0-10-84-1,0-10-272-15</inkml:trace>
  <inkml:trace contextRef="#ctx0" brushRef="#br2" timeOffset="72441.44">17053 2703 135 0,'0'0'383'0,"0"0"-316"0,0 0 49 15,0 0-45-15,0 0-54 16,0 0-15-16,42 35-1 16,-22 2 13-16,-5 5-9 15,-1 6 12-15,-7 1-11 16,-3 0-2-16,-2 4 0 0,-2-7-3 16,0-7-2-16,0-10-149 15,0-13-304 1</inkml:trace>
  <inkml:trace contextRef="#ctx0" brushRef="#br2" timeOffset="73003.06">17084 2963 351 0,'0'0'225'16,"0"0"-158"-16,0 0 16 15,0 0-12-15,0 0-68 16,0 0 8-16,29-17 3 15,4 15-5-15,5-4-9 16,-3 2-76-16,-3-4-23 16,-3-1-51-16,-2-1 7 15,-5 1 44-15,-7-4-15 16,-3 1 42-16,-6 1 40 16,-6-2 32-16,0 3 77 0,0 2 3 15,0 2-22-15,-8 0 34 16,-8 4-54-16,1 2 1 15,1 0-5-15,-1 0-21 0,1 0-10 16,5 10-1-16,0 5-2 16,2 6 0-16,5 4 6 15,0 1-4-15,2 1-1 32,0-1 0-32,0-1 0 0,2-5-2 15,14-7-6-15,1-4 7 16,8-9 0-16,-3 0 11 15,1-4-9-15,-4-17 10 16,-5-3-10-16,-5-3-2 16,-3 0 1-16,-6 3 3 15,0 8-3-15,0 4 36 0,0 6 50 16,0 6-17-16,0 0-30 16,0 2-40-16,3 18 0 15,6 8 1-15,0 2 8 16,-1 2 2-16,4-1-6 15,-3-4-2-15,-1-1-2 0,-1-3 0 16,0-7-1-16,2-8-7 16,0-8-363-16</inkml:trace>
  <inkml:trace contextRef="#ctx0" brushRef="#br2" timeOffset="73250.53">17587 2597 482 0,'0'0'54'0,"0"0"6"16,0 0 6-16,0 0-56 16,0 0 0-16,0 0-7 0,14 109 30 15,-12-56 12-15,0 1-10 16,1 1-21-16,1-4-5 15,-2-3-6-15,2-8 1 16,-2-9-4-16,2-12-198 16,0-9-237-16</inkml:trace>
  <inkml:trace contextRef="#ctx0" brushRef="#br2" timeOffset="73773.09">17554 2898 481 0,'0'0'93'0,"0"0"10"0,0 0-7 16,0 0-42-16,0 0-53 15,0 0-1-15,51-30 10 0,-13 27-10 16,0 1-89-16,-4 1-51 16,-5 1 69-16,-7-3-33 15,-2 3 0-15,-9-2 53 16,1-1 19-1,-4 0 32-15,-3-1 38 0,1 2 17 16,1-1 8 0,-2 0-12-16,3 1-9 15,1-2-9-15,3 1-15 16,1 0-5-16,3-3-5 16,1 0-8-16,3 0 1 0,3-2 9 15,-4-2-4 1,2 0 1-16,-6-2 2 0,-1 2-1 15,-8 0-2-15,-4 1 7 0,-2 2-11 16,0 0 28 0,0 2-25-16,-6 3-1 15,-14 2 14-15,-5 0-18 16,-6 0-2-16,-3 10 2 16,5 10 5-16,2 6-5 15,6 4-2-15,5 4-2 0,7 2 1 0,7 1 3 16,2-5-2-16,0-2 2 31,13-7 0-31,12-2-2 16,4-7-1-16,2-7-4 15,-2-7 6-15,-2 0-172 16,-5 0-117-16</inkml:trace>
  <inkml:trace contextRef="#ctx0" brushRef="#br2" timeOffset="75408.95">18564 2220 222 0,'0'0'86'15,"0"0"-25"-15,0 0 2 0,0 0-1 16,0 0-10 0,0 0 18-16,5-67 7 0,-5 67-53 15,0 0-24-15,0 9-8 16,0 25 8-16,-14 17 1 16,-4 21 14-16,2 13-2 0,3 5 7 15,-3 4 9-15,3-2-5 16,-3-9-2-16,-1-4-8 15,3-12-7-15,-1-11-1 16,3-7-6-16,6-8 2 16,-1-15-1-16,3-6 6 15,2-8-7-15,2-7-5 0,0-5-143 16,0 0-283-16</inkml:trace>
  <inkml:trace contextRef="#ctx0" brushRef="#br2" timeOffset="76042.03">18843 2404 280 0,'0'0'102'0,"0"0"-35"0,0 0 23 16,0 0-44-16,0 0 0 15,0 0-6-15,-12-6-37 0,-3 6 4 16,-5 2-3-16,-3 16-4 15,1 4 2-15,0 2-1 16,4 5-2-16,3-2 0 16,8 1-5-16,5-2 5 15,2 1 0-15,0-6 1 0,15 2-12 32,12-4-1-32,0-1-11 15,2-3-2-15,-5-1 25 16,-4 0 2-16,-8-1-1 15,-12-2 0-15,0 3-6 16,0 2 5-16,-23 1 2 16,-4 2 9-16,-4-1-2 0,2-6-7 15,2-2-1-15,10-3 6 16,1-7-3-16,7 0-6 16,5 0-3-16,4-17-254 0</inkml:trace>
  <inkml:trace contextRef="#ctx0" brushRef="#br2" timeOffset="76309.92">18990 2314 356 0,'0'0'179'0,"0"0"-152"0,0 0-26 16,0 0 3-16,0 0 21 16,17 114 19-16,-17-60-6 15,0 5-12-15,0-3-16 0,0-5-4 16,-6-5-1 0,-3-5-5-16,2-12 0 0,2-12-215 15</inkml:trace>
  <inkml:trace contextRef="#ctx0" brushRef="#br2" timeOffset="76478.66">18918 2624 489 0,'0'0'64'0,"0"0"-27"0,0 0 21 15,0 0-26-15,0 0-22 16,0 0-10-16,147-39-2 15,-107 28-152-15,3-3-48 16,-5-2-13-16</inkml:trace>
  <inkml:trace contextRef="#ctx0" brushRef="#br2" timeOffset="76842.7">19300 2428 22 0,'0'0'164'0,"0"0"-114"0,0 0-6 15,0 0 7-15,0 0-11 16,0 0-2-16,-77 24-5 15,67-2-7-15,1 5-1 0,2 0-9 16,4 4-4-16,3-2 1 16,0 0-7-1,0-5-4-15,0-5 0 16,17-4-4-16,3-5 4 16,1-6-2-16,4-4 19 15,-4 0-15-15,-4-7-8 16,-3-12-10-16,-8-3-7 15,1 0-8-15,-7 0 23 0,0 8 6 16,0 5 7-16,0 8 54 16,0 1 3-16,0 0-34 15,0 1-30-15,0 20 0 16,0 3 7-16,0 2 1 16,2 2-3-16,0-4-1 0,2-2 1 15,2-3-3-15,2-2-2 16,1-3 0-16,3-10-99 15,3-4-274-15</inkml:trace>
  <inkml:trace contextRef="#ctx0" brushRef="#br2" timeOffset="77627.37">19593 2314 413 0,'0'0'121'0,"0"0"5"15,0 0-6-15,0 0-40 16,0 0-50-16,0 0-30 15,0 0-12-15,19 37 12 0,-11 1 1 16,-4 8 0-16,0 1 0 16,-4-3 2-16,0-1-3 15,0-10 0-15,0-8 0 0,0-11-9 32,-4-9-48-32,-2-5-22 15,-3 0 58-15,-1 0 19 16,-4-12-3-16,1-8-3 15,-3 1-7-15,3 0 15 16,-1 6 2-16,3 2 4 0,2 5 1 16,7 2-2-16,0 3 3 15,2 1-8-15,0 0-5 16,0 0-14-16,2 0 19 16,15 0 3-16,4 0 11 0,1 0-13 15,2 0 0-15,3 0-1 16,-4 0-4-16,1 0-14 15,-1 0-18-15,-2 0 12 16,4-9 15-16,2-3-1 16,-2 0 4-1,-3-2 4-15,-4 2 1 16,-5 2 2-16,-4 0 1 16,-7 0 5-16,-2 2-5 15,0-1 3-15,0 6-5 16,-8-3 5-16,-8 1 2 15,-2 5-7-15,-2 0 0 16,2 0 5-16,3 0-4 16,1 5-1-16,3 13-13 0,-2 5 13 15,-1 6 11-15,3 1-2 0,4 3 4 16,7-5-7-16,0-2 1 16,0-5 1-16,7-4-8 15,10-5 0-15,8-7 0 16,4-5 11-16,7 0 2 15,1 0-13-15,0-5-66 0,-6-10-63 16,-4-2-110-16</inkml:trace>
  <inkml:trace contextRef="#ctx0" brushRef="#br2" timeOffset="78096.46">20106 2400 109 0,'0'0'82'0,"0"0"-53"0,0 0 64 16,0 0 8-16,0 0-26 15,0 0-51-15,4-14-9 16,-12 14-9-16,-7 0 43 16,-8 0-47-16,3 2 14 15,3 10-7 1,5 2-8-16,7 0-1 16,5 2-5-16,0 2 5 15,0 1 2-15,5 1 4 16,13 2-5-16,5 1 2 15,-4 2 10-15,-3 1-8 0,-3-1-5 16,-9 1 3-16,-4 1 4 16,0-5-7-16,0 2 18 15,-10-5-16-15,-13-2 10 16,-4-5 11-16,1-2-3 16,4-5-7-16,1-2-13 15,6-3 2-15,1 0-1 0,6 0-1 16,1-12-10-16,3-6-186 15,4-1-157-15</inkml:trace>
  <inkml:trace contextRef="#ctx0" brushRef="#br2" timeOffset="79978.45">17634 3575 313 0,'0'0'127'0,"0"0"-100"0,0 0 17 16,0 0 18-16,0 0 21 15,0 0-17-15,0-54-7 16,0 50-21-16,-4 1-22 15,-8 3-9-15,-5 0-2 0,-5 0-5 16,-3 20 3-16,0 3-3 16,6 3 0-16,5 4-2 0,9-4-2 15,5-2-3-15,0-3 5 16,17-6-4-16,12-6-5 16,10-9 10-16,9 0-35 15,-4 0-9-15,-4-17 36 16,-9 3-2-16,-15-1 5 15,-10 1 6 1,-6 1 5-16,0 2-5 16,0 2 0-16,-6 1 4 15,-1 5-1-15,5 0 35 16,2 3 0-16,0 0-28 16,0 0-10-16,0 0-17 15,0 12 17-15,0 6 9 0,2 1-7 16,9-3 1-16,0-1-3 15,3-5 3-15,3-3-2 16,1-6 1-16,3-1 6 16,0 0-2-16,2-14-4 0,-1-12-2 15,1-8-3 1,-6-6-9-16,-3-6-3 0,-7 0-3 16,-5 2 14-16,-2 5 2 0,0 10 1 15,0 4 1-15,-13 6 0 16,1 6 0-16,1 5 14 15,2 6-13-15,2 2 9 16,1 0-10-16,1 19-9 31,5 15 8-31,0 8 1 16,0 12 0-16,16 8 2 0,2 2 3 16,4 0-3-16,-2 3-2 15,-2-3 0-15,-7 2-4 16,-4-4-30-16,-7-7-49 15,0-4-36-15,0-7-72 16,-14-11 7-16</inkml:trace>
  <inkml:trace contextRef="#ctx0" brushRef="#br2" timeOffset="80463.25">18459 3517 600 0,'0'0'25'0,"0"0"-25"0,0 0 0 15,0 0 2-15,0 0 9 16,-6 112-5-16,1-75 3 16,1-5 1-16,-8-5-7 15,4-3-2-15,-3-3 1 16,-1-11-2-16,6-6-60 15,-1-4-238-15</inkml:trace>
  <inkml:trace contextRef="#ctx0" brushRef="#br2" timeOffset="80827.39">18403 3502 34 0,'0'0'334'0,"0"0"-274"0,0 0-27 15,0 0 15-15,0 0-10 16,0 0-4-16,114 44-20 15,-91-13-8 1,-4 1 11-16,1-3-12 0,1-5 0 16,-4-6 3-16,-1-7-7 15,-1-6-1-15,1-5 0 16,-1 0-1-16,4-8-20 16,-1-14-32-16,-5-11 31 15,-7-5 22-15,-6-6 0 16,0-5-4-16,0 6 4 0,-6 5 10 15,-7 8 68-15,3 10 0 16,6 5-40-16,2 11 16 16,2 2-21-16,0 2-23 15,0 0-10-15,0 13-9 16,0 15 9-16,0 8 0 16,6 0 1-1,6 0 0-15,-1-1-1 16,0-6-10-16,0-3-271 0</inkml:trace>
  <inkml:trace contextRef="#ctx0" brushRef="#br2" timeOffset="81465.79">19242 3232 436 0,'0'0'104'0,"0"0"-70"16,0 0 36-16,0 0-22 16,0 0-17-16,0 0-14 15,-58-18-15-15,31 24 0 16,-2 6 1-16,0 0-1 16,-2 2-1-1,2-4-1-15,2 0 0 16,5-4 4-16,8 1-4 15,6 0 0-15,5 0-1 16,3 1-8-16,0 2-2 0,0 4 7 16,0-1 4-16,5 8 4 15,5 0-4-15,2 4 1 16,-3 7 4-16,0-2 0 16,0 4 0-16,-2-1-2 0,-1 1-2 15,-2-2-1-15,-1-5 1 16,-3 0 3-16,2-8-4 15,0-1-1-15,2-8-193 16</inkml:trace>
  <inkml:trace contextRef="#ctx0" brushRef="#br2" timeOffset="81650.22">19003 3511 493 0,'0'0'72'0,"0"0"-2"0,0 0-31 16,0 0-27-16,0 0-3 15,0 0-9-15,141-30-30 16,-110 30-310-16</inkml:trace>
  <inkml:trace contextRef="#ctx0" brushRef="#br2" timeOffset="82405.51">19416 3350 515 0,'0'0'130'0,"0"0"-91"0,0 0 33 15,0 0 2-15,0 0-70 16,0 0-4-16,0 19-16 15,0 12 16-15,0 10 6 16,0 1-3-16,0-2 5 0,-2-6-4 16,-4-6-3-16,4-6 2 15,0-11-3-15,2-4 1 16,0-5-1-16,0-2 3 16,0 0 6-16,-2 0 8 15,0-12 1-15,0-14-17 16,-1-6 0-16,3-5 0 0,0-8 1 15,0-5-2-15,0-3-3 0,0 5 3 16,5 12-2-16,3 6-1 16,6 12 3-1,-3 7 2-15,1 4-2 0,-1 2-2 16,-1 5-5-16,7 0 6 16,0 0-1-1,1 13-1-15,0 9 0 16,0 1 2-16,0 8 1 15,-1 5-3-15,-3 3 1 16,-5 3 2-16,-1-3 2 16,-6-4-1-16,0-5-1 15,-2-6-4-15,0-4-108 16,0-10-208-16</inkml:trace>
  <inkml:trace contextRef="#ctx0" brushRef="#br2" timeOffset="82569.73">19498 3447 392 0,'0'0'17'0,"0"0"-7"0,0 0-10 15,0 0-5-15,126-8-331 16</inkml:trace>
  <inkml:trace contextRef="#ctx0" brushRef="#br2" timeOffset="85476.26">19973 3217 205 0,'0'0'94'0,"0"0"-51"0,0 0 22 16,0 0-2-16,0 0-5 15,0 0-16-15,0-3-8 16,0 3-8-16,0 0-18 15,0 0-8-15,0 16 0 16,0 8 6-16,0 6 5 0,-5 2-2 16,5 1-8-16,0-8-1 31,0-1 0-31,5-4 4 16,8-8-4-16,5-7 0 15,0-5 12-15,-3 0-12 16,4-8 6-16,-7-12-1 15,-3 2-5-15,-1 0 2 0,-6-1-1 16,-2 8 4-16,0 1-5 0,0 5 1 16,0 3-2-16,0 2 0 15,0 0-2-15,0 2-26 16,0 19 28-16,0 4 1 16,6 6 4-16,7-2-4 15,5-2 0-15,5-5-1 0,-2-6-4 16,2-8 3-16,0-8 0 15,-1 0 2-15,-5-6 0 16,-1-17 10-16,-7-4-7 16,-5-4 6-16,-4-6 4 15,0-2-4 1,0 3 1-16,-4 5-6 16,-9 4 16-16,1 11-11 15,4 6 12-15,1 5-21 16,3 5-1-16,1 0-39 15,3 5-136-15,0 5-255 16</inkml:trace>
  <inkml:trace contextRef="#ctx0" brushRef="#br2" timeOffset="85696.62">20380 3198 419 0,'0'0'66'16,"0"0"-60"-16,0 0 6 15,0 0 25-15,0 0 3 16,0 0-17-16,45 115 3 16,-40-86-12-16,-3 0 2 15,-2-5-15-15,2-1 3 16,-2-9-4-16,0-7-245 15</inkml:trace>
  <inkml:trace contextRef="#ctx0" brushRef="#br2" timeOffset="85896.79">20423 2996 120 0,'0'0'509'16,"0"0"-466"-16,0 0-25 16,0 0-18-16,0 0-2 15,0 0-43-15,-6 3-133 0</inkml:trace>
  <inkml:trace contextRef="#ctx0" brushRef="#br2" timeOffset="86130.4">20423 2996 469 0,'85'-45'206'0,"-81"45"-194"15,5 2-9-15,7 25-3 16,4 7 14-16,2 9-7 15,1 1 9-15,-4 5-7 0,-1-5-8 32,-3 0 1-32,-1-7-2 15,-7-6-14-15,-3-11-375 0</inkml:trace>
  <inkml:trace contextRef="#ctx0" brushRef="#br2" timeOffset="86328.78">20550 3176 359 0,'0'0'130'0,"0"0"-73"16,0 0-11-16,0 0-46 15,0 0 0-15,0 0 25 16,65-5-20-16,-34 5-4 0,-2 0-2 16,-4 0-5-16,-5-5-52 15,-3-7-22-15,-3-3-96 16,-7-4 25-16</inkml:trace>
  <inkml:trace contextRef="#ctx0" brushRef="#br2" timeOffset="86713.32">20751 2997 67 0,'0'0'165'0,"0"0"-55"0,0 0-23 16,0 0-33-16,0 0 1 16,0 0 1-16,-29-35-42 15,29 35-14-15,0 13 0 0,0 14 5 16,7 6-4-16,3 4 7 15,2-1-3-15,1-5-5 16,-2 1 2-16,-4-5-1 16,0-3-1-16,-5-6 4 15,0-6-2-15,-2-6 0 0,0-6-2 16,0 0 1-16,0 0 19 16,0-8-1-16,0-10-15 15,2-2-4-15,5 0 6 16,4 4-6-16,2 2 30 15,1 4-25-15,4 6-1 16,2 4 6 0,3 0-7-16,0 0 6 15,-2 6-9-15,-3 11-2 16,-5 6-7-16,-7 3 9 16,-4 0 6-16,1 3-3 15,-1-2-3-15,5-5 3 0,0-1-3 16,6-7-27-16,5-9-126 15,4-5-168-15</inkml:trace>
  <inkml:trace contextRef="#ctx0" brushRef="#br2" timeOffset="87045.84">21190 3101 353 0,'0'0'77'16,"0"0"-44"-16,0 0 0 15,0 0-30-15,0 0-1 16,0 0-1-16,-56 70 0 16,52-36-1-16,4-2 6 15,0-3-6-15,0-1-1 16,18-8-9 0,-1-8-33-16,3-7 24 15,-2-5 11-15,-2 0 8 16,-3-15 14-16,-4-7 13 15,-6-4-11-15,-3-2 15 0,0-4-7 16,0 2 29-16,-5 2-15 16,-9 5 0-16,4 9-25 15,3 9-13-15,2 5-23 0,3 0 14 16,2 0-145-16,0 2-203 16</inkml:trace>
  <inkml:trace contextRef="#ctx0" brushRef="#br2" timeOffset="87145.59">21190 3101 382 0</inkml:trace>
  <inkml:trace contextRef="#ctx0" brushRef="#br2" timeOffset="87630.63">21190 3101 382 0,'109'-67'123'0,"-109"65"-24"0,0 2-18 0,3 0-41 0,-1 0-40 0,2 11-9 16,5 13 9-16,-3 5 1 15,8-1 1-15,-5-4 1 16,2-4-2-16,-2-6-1 0,0-5 2 16,-1-4-1-1,-2-5 2-15,2 0 0 0,-1 0 18 16,-1-5-9-16,2-12 0 16,-4-1-5-16,-2 1-6 15,-2 3 3-15,0 7-2 16,0 2 3-16,0 5 9 0,0 0 9 15,0 0-23-15,0 0-7 16,0 11-3-16,4 7 10 16,1-1 3-16,3-2-3 31,2-4 8-31,1 0-6 16,5-9 4-16,-1-2 2 0,5 0-3 0,0-4 8 15,2-16-10-15,-3-6-3 16,-4-9 6-16,-4-2-5 15,-6-7-1-15,-1-7-2 16,-2-3 2-16,-2 2 5 0,0 8-5 16,0 12 1-1,0 14 5-15,0 10 13 16,0 8 14-16,-4 0-33 0,0 6-1 16,-4 24-16-1,2 12 17-15,4 7 3 0,-1 9-1 16,3-4-2-16,0-2 4 15,9-3-3-15,7-10-2 16,-1-6-24 0,-1-12-253-1,-3-13-315-15</inkml:trace>
  <inkml:trace contextRef="#ctx0" brushRef="#br2" timeOffset="87772.51">21591 2962 494 0,'0'0'42'0,"0"0"-33"0,0 0-5 15,0 0 3-15,0 0-7 16,134-4-56-16</inkml:trace>
  <inkml:trace contextRef="#ctx0" brushRef="#br2" timeOffset="89264.49">22264 2641 362 0,'0'0'61'16,"0"0"-3"-16,0 0 23 15,0 0 0-15,0 0-18 16,0 0-31-16,20-20-17 15,-20 20 3-15,0 0-10 16,0 0 0-16,0 0-8 16,0 0-9-16,-8 0 4 15,-13 0 5-15,-8 6 23 16,-4 12-19-16,0 5-4 16,6 3 0-16,0 5 0 0,10-4 0 15,7 0-5-15,8-1 2 16,2-6 0-16,0-3-10 0,18-4 0 15,5-6 10 1,0-6-2-16,6-1-28 0,-6 0 21 16,-7 0 10-16,-7 0 2 15,-3-1 3-15,-6-4 2 0,0 3-4 16,0 2 7-16,0 0-8 16,0 0-3-16,0 0-4 15,0 0-1-15,-2 0 1 16,-13 0 7-16,-6 10 4 15,-1 6-2-15,-3 8 0 16,1 1-1 0,2 4 0-16,4 1 1 15,7-1 3-15,7-4-5 16,4-2 0-16,0-5 0 16,0-6-1-16,12-7 1 15,13-2 10-15,9-3-2 16,1 0 7-16,1-4-9 15,-7-8-6-15,-5-4 0 0,-10 4-3 16,-5 2-35-16,-5 3-86 16,-4 2-16-16,0 2-103 0</inkml:trace>
  <inkml:trace contextRef="#ctx0" brushRef="#br0" timeOffset="109343.46">14250 6086 233 0,'0'0'47'0,"0"0"1"0,0 0-34 16,0 0-9-16,0 0 17 15,0 0-1-15,0 0-7 16,0 0-3 0,-24 0-2-16,24 0 1 0,0 0 2 15,0 0 3-15,0 0-4 16,18 0-8-1,19-2 22-15,27 0-11 16,22-1-7-16,23 2-4 0,20-3 0 16,12 0-3-16,2 0 0 15,-7 0-2-15,-16 4-9 16,-18 0-116-16,-26 0-9 0,-24 0 59 16,-23 0 69-16,-18 0 8 15,-11 0 0-15,0 0-21 16,-2 0 13-16,-12 0-53 15</inkml:trace>
  <inkml:trace contextRef="#ctx0" brushRef="#br0" timeOffset="112729.48">16185 5881 167 0,'0'0'103'0,"0"0"-68"15,0 0 12-15,0 0-1 32,0 0 23-32,0 0-45 0,14-30-8 15,-14 30-5-15,2-2 5 16,0 0 3-16,-2 2-5 15,3-2 5-15,-3 2 1 16,0 0 3-16,0 0-4 16,0-3-5-16,0 3-13 15,0 0 0-15,0-3 4 0,0-1 1 16,-5 0-6-16,-6-2 0 16,-5 2-10-16,0 0 18 15,-3 3-10-15,-1 1 4 16,-1-3-4-16,4 3 10 15,3 0-7-15,7 0-1 0,3 0-5 32,2 0-4-32,-2 18 6 15,2 5 3-15,2 4-1 0,0 5 1 16,0 2 0-16,0-3-3 16,15-3 2-16,5-6 0 15,-1-9-1-15,6-4-17 16,0-7 19-16,0-2 1 15,-1 0 1-15,1-14-2 0,-8-8 0 16,-3-2 2-16,-7-2-1 16,-5 1-1-16,-2 5 1 15,0 2 1-15,0 6 9 16,0 2-8-16,0 6 5 16,0 2-4-16,0 1 11 15,0 1-15-15,0 0-4 0,2 0-7 16,2 0 4-16,3 3 5 15,-3 11 3-15,4 7-4 32,-6 4 3-32,-2 8 0 0,0 3 4 15,0 1 1 1,0-1 4-16,0 1-3 0,0-8-3 16,2-6-1-16,0-7 4 15,0-4 1-15,2-2-3 0,-1-6-4 16,-1 2 4-1,0-2 0-15,-2 2-2 0,0 2-2 16,0-4-147-16</inkml:trace>
  <inkml:trace contextRef="#ctx0" brushRef="#br0" timeOffset="113297.9">16466 6164 286 0,'0'0'131'0,"0"0"-75"16,0 0-11-16,0 0 10 0,0 0 10 15,0 0-43 1,25-44-20-16,-1 35 14 15,3 4-16-15,2 3 0 16,-4 2 1-16,-4 0-1 0,-7 0-5 16,-5 9-5-16,-7 11-1 15,-2 4 11-15,0 3 3 16,0-1-2-16,-17-4 4 16,-1-2-7-16,3-6 6 15,-2-5-8-15,9-2 10 0,6-5 1 31,2-2-2-31,0 0-1 16,0 0-4-16,0 0-10 16,17 0 10-16,5 0 6 15,3 0-6-15,-8 3-1 16,-3 5-1-16,-5 7-7 16,-7 3 5-16,-2 3-3 0,0 0 7 15,-8 1 2-15,-15-3 3 16,4-3 10-16,-6-6-3 15,2 0 7-15,1-7 2 0,-1 0 5 16,4-3 5-16,1 0-16 16,2 0-4-16,5 0-6 15,2 0-2 1,5-4-3-16,4-6-4 0,0-4-242 0</inkml:trace>
  <inkml:trace contextRef="#ctx0" brushRef="#br0" timeOffset="113913.73">16841 5763 403 0,'0'0'103'15,"0"0"-13"1,0 0-12-16,0 0-4 15,0 0-41-15,0 0-20 16,-12-25-13-16,12 25-6 16,0 0 2-16,14 5 4 15,7 9 4-15,-2-1 1 16,-3-1-5-16,-7 2 2 16,-3 3-2-16,-6 1-1 0,0 0 0 15,0 2 1-15,0 2 0 16,0-4-2-16,-8 2 2 15,1-2 0-15,5-2 2 16,2 0 0-16,0 0-1 0,0-2 1 16,0-2-2-1,13 3 2-15,1-1-2 0,-1-2 1 16,-3 1 2-16,-2 2-3 16,-4-4 0-16,-4 4-4 15,0 1 4-15,0 0 0 0,0 4 5 16,0 0-4-16,-4 0 1 15,-4 1 6-15,6 0-8 16,0-1 0 0,2-3 2-16,0 0 0 15,0-5-2-15,0 0-1 16,0-4-143-16,0-6-446 16</inkml:trace>
  <inkml:trace contextRef="#ctx0" brushRef="#br0" timeOffset="114731.21">15956 5711 342 0,'0'0'85'0,"0"0"-43"0,0 0-28 15,0 0 12-15,0 0-13 16,0 0-13-16,22-2 0 15,-22 19 13-15,0 7-4 0,0 1 2 16,-5-1 4-16,-8 2 2 16,4-2-16-16,0-2 3 15,3-2 0-15,1 1-1 16,1-1 0-16,2-3-3 16,2 4 1-16,0-3 2 15,0-2-1 1,0 0-2-16,0 0 0 15,0-4 0-15,6 2 1 16,1-2-1-16,-1 1 2 16,-1 1 1-16,-3 3-3 15,-2-2 0-15,0 2 0 16,0 1 0-16,-2 0 0 0,-7 2 0 16,3-2 1-16,3 0-1 0,3 1 0 15,0 0-2-15,0 1 2 16,0 1 2-1,5-4-2-15,3 1-21 0,-1-4-216 16</inkml:trace>
  <inkml:trace contextRef="#ctx0" brushRef="#br0" timeOffset="118059.69">14792 7403 250 0,'0'0'70'16,"0"0"-28"-16,0 0-33 15,0 0 4-15,0 0 5 16,0 0-6-16,0 0 0 16,-69 0 5-16,60 0 28 0,5 0 5 15,-1 0-1-15,5 0-8 16,0 0-2-16,0 0-7 16,3 0-32-16,23 0 1 15,19 0 23-15,17 0-16 16,14 0-8-16,17 0 4 0,8 0-3 31,-7 0-1-31,-12 0 1 16,-21 0-2-16,-22 0 1 0,-14 3-4 15,-14-3 3-15,-9 1 1 16,-2-1-11-16,0 2-13 16,-2 0 23-16,-11 0-7 15,3 0 5-15,4 3-108 16,4-4-181-16</inkml:trace>
  <inkml:trace contextRef="#ctx0" brushRef="#br0" timeOffset="118809.39">15867 6868 410 0,'0'0'91'16,"0"0"-40"-16,0 0 45 15,0 0-33-15,0 0-12 16,0 0-29-16,-18-19-20 15,18 19-2 1,0 0-6-16,0 12 6 16,6 7 8-16,10-4-7 15,1 6 5-15,0-1-1 16,-4-3-3-16,-4 4 0 0,-7-1-1 16,-2 0-1-16,0 4 5 15,-11 4-4-15,-11 5 1 16,-5-1 2-16,-2 1-1 0,7-2-1 15,1-2-2-15,10 0 2 16,9-5-2-16,2-2-4 16,0-2 2-16,13-2 2 15,3-2 0-15,-3-2 0 16,-3-2 0-16,-6 0 0 16,-4 0 2-1,0 0-1-15,0 5 2 16,0 0-1-16,0 1-1 15,0 5 1-15,0 0-2 16,0 3 0-16,13-1 0 16,-1-2 0-16,-1 0 0 0,-3-1 1 15,-4-2 2 1,2-1-3-16,-6 1 0 0,0-1 0 16,0-3-3-16,0-4-116 0,0-4-210 15</inkml:trace>
  <inkml:trace contextRef="#ctx0" brushRef="#br0" timeOffset="119642.6">16303 7187 218 0,'0'0'107'16,"0"0"-44"-16,0 0 8 15,0 0-6-15,0 0 26 16,0 0-43-16,7-34-8 15,-7 26-10-15,0-3-15 16,0 4-10-16,-9-3 0 16,-4 1-3-16,-3 4 5 15,-2 1-6-15,-1 0 4 16,-4 4-5-16,3 0 2 0,-2 0-4 16,0 0 4-16,1 15-2 15,4 7 0-15,3 9 1 16,5 3-5-16,9 2 0 15,0 1 4-15,0-8 0 16,11-3 3-16,12-6-10 0,1-5 8 16,5-10-1-1,0-5 4-15,3 0 5 16,-5 0-8-16,-4-11 5 16,-5-6-6-16,-4-5 2 15,-5 0-2-15,-5 2 5 16,-2 0-5-16,-2 7 0 15,0 4 5-15,0 5 6 16,0 4 1-16,0 0 10 0,0 0-22 16,0 0 0-16,0 20-4 15,0 3 4-15,3 6 2 16,-1 0 5-16,0 0-7 16,0 0 1-16,2 0 5 15,0-3-4-15,-2-2 1 16,0 1-2-16,0-4 9 0,0 0-5 15,0-3-3-15,1-4 0 16,-1-3 3-16,-2-3-3 0,2-1-2 16,2-3 0-16,0-2 0 15,0-2-110-15,-2 0-287 16</inkml:trace>
  <inkml:trace contextRef="#ctx0" brushRef="#br0" timeOffset="119928.8">16526 7429 479 0,'0'0'150'16,"0"0"-42"-16,0 0 20 15,0 0-43-15,0 0-51 16,0 0-22-16,27-8-6 15,-20 19 0-15,-2 2 0 0,-1 6-2 16,0 0-2-16,-4 5-1 31,2-2 3-31,-2 2 0 0,0-2-4 16,3 0 1-16,-3-1-1 16,0-3-5-16,0-4-214 15,2-8-388-15</inkml:trace>
  <inkml:trace contextRef="#ctx0" brushRef="#br0" timeOffset="121482.75">16924 7557 408 0,'0'0'104'0,"0"0"-58"0,0 0-5 16,0 0 3-16,0 0-10 16,0 0-24-16,0 0-10 15,0 13 6-15,0 7 8 16,-3 0-7-1,-8 1 0-15,0 0 3 0,1-3-9 16,4-2-1-16,-1-8-236 16</inkml:trace>
  <inkml:trace contextRef="#ctx0" brushRef="#br0" timeOffset="122198.49">17233 7113 255 0,'0'0'114'15,"0"0"-63"-15,0 0 28 16,0 0-20-16,0 0-23 0,0 0-5 16,0-49-8-16,-4 45 8 0,-6 3-13 31,-2-4-5-16,-5 3-8-15,2 2-4 0,-5 0 0 16,-3 0 0-16,0 0 4 16,-9 0-4-16,3 10-1 15,3 2 0-15,3 2 2 0,7 2-2 16,7 4-3-16,5 2 2 16,4 5 0-16,0-3 2 15,0 0-2-15,16 0 5 16,6-4-8-16,-2-4 8 0,3-4-4 15,-2-9 0-15,-3 0 0 16,1-3 5-16,-2 0 1 16,-5-8-6-16,-2-10 3 15,-3-5-1-15,-3 0-1 16,-2-1 1-16,-2 6 4 0,0 4-6 16,0 6 6-16,0 4 0 31,0 4 5-31,0 0-11 15,3 0-1-15,0 2 1 16,-1 18 0-16,-2 6 11 16,2 3 7-16,-2 8 7 15,0 3-9-15,0 0-2 0,0 0-14 16,0-1 4-16,0-4 2 16,0-5-6-16,0-3 0 15,0-12-3-15,0-6-295 0</inkml:trace>
  <inkml:trace contextRef="#ctx0" brushRef="#br0" timeOffset="122699.99">17333 7337 273 0,'0'0'72'0,"0"0"-47"0,0 0 40 0,0 0 20 16,0 0-58-1,0 0-18-15,7-6-9 16,-7 6 11-16,0 2 9 0,0 7-4 16,0 6 2-16,0-1 9 15,0 4-4-15,0 2-5 16,0 0 1-16,0 0-10 15,0 1-7 1,4-6 10-16,6-5-9 0,1-2 1 0,-3-4-2 16,2-4 0-16,1 0 5 15,-1-4 8-15,2-14-7 16,-3-9-4-16,-1 2-1 16,0-1-2-16,-4 5 2 15,-2 6 0 1,-2 5-3-1,0 9 0-15,0 1 7 0,0 0-6 16,0 0-1-16,0 7-2 16,0 12 2-16,0 4 5 15,-2 1 2-15,2 0-2 16,0-2 2-16,0 1-6 0,0-1 1 16,0-3-1-16,5-1 0 15,3-1-1-15,-1-9-10 16,0-7-513-16</inkml:trace>
  <inkml:trace contextRef="#ctx0" brushRef="#br0" timeOffset="123316.88">17572 6909 365 0,'0'0'195'16,"0"0"-96"-16,0 0-28 15,0 0-14-15,0 0-43 16,0 0-7-16,0-9-7 16,20 27 1-16,0 2 8 0,-2 2-7 15,-3 0-2-15,-10-2 0 16,-5 3 4-16,0 2-2 16,0-1 0-16,-3 1 1 15,-10 0-1-15,5 1-2 16,0 1-2-1,2-4 2-15,4-1 6 16,0 1-4-16,2 2-2 16,0-4 0-16,0 1-1 15,0-2 1-15,0 0 6 16,0-2-6-16,0-3 0 16,2 2 0-16,2-3 0 0,0 1 2 15,-2 0-2-15,-2-1 1 16,0 0-1-16,0 1 0 15,0-3 1-15,0-1-1 0,0 4 0 16,0-4 0-16,0 2 2 16,0-1-2-16,6-1 0 15,-4 1-2-15,0-2 2 32,-2 3 3-32,0-1-3 15,0 2 0-15,0 2-8 0,-6-2-96 16,-6-2-168-16</inkml:trace>
  <inkml:trace contextRef="#ctx0" brushRef="#br0" timeOffset="124572.38">14056 8652 257 0,'0'0'151'0,"0"0"-79"16,0 0-3-16,0 0 47 0,0 0-80 16,0 0 2-16,-49-24-1 15,47 23-11-15,0 1 2 16,2 0-16-16,0 0-1 0,0 0 5 16,0 0-16-16,9 0-7 15,27 0 7-15,20 0 2 16,26 0 5-16,21 5 2 15,17-1-9-15,5 0-72 16,-7-4-70 0,-16 2 56-16,-23 1 57 15,-27-3 6-15,-18 0 21 16,-20 0 2-16,-14 0 0 16,0 0 0-16,-5 0 0 15,-11 0 15-15,3 0-12 16,2 0-6-16,6 0-86 15</inkml:trace>
  <inkml:trace contextRef="#ctx0" brushRef="#br0" timeOffset="125489.87">15510 8182 462 0,'0'0'160'16,"0"0"-90"-16,0 0-33 15,0 0 5-15,0 0-18 16,0 0-17-16,-29-19 0 16,29 38-11-16,0 0 10 15,0 1-4-15,2 1-1 0,14-2 2 16,1-1-3-16,0-1 2 15,-4-2 0 1,-5-1-2-16,-3 1-2 16,-5 1 2-16,0 2 0 15,0 0 0-15,-9 2 5 16,-6 0-4-16,-1 1 0 16,5 2 0-16,4-2 2 0,7 0-3 15,0-3 0-15,0 3-1 16,0-4 2-16,7 3-2 15,8 1 2-15,1-4-1 16,-3 0 4-16,-1-2-4 16,-4-3 0-16,-5 1 1 15,-3-2-1-15,0 4 1 0,0-1-3 16,0 0 5-16,0-1-3 16,4 4 2-16,2 1-2 15,4 2 1-15,1 0-1 16,0 0 0-16,2 1-1 15,0-4-1-15,1-3-172 16,1-2-4 0,-1-6-94-16</inkml:trace>
  <inkml:trace contextRef="#ctx0" brushRef="#br0" timeOffset="126339.24">16092 8330 432 0,'0'0'68'0,"0"0"25"0,0 0 25 16,0 0-54-16,0 0-14 15,0 0-16-15,-25-63-12 16,12 59-3 0,-1 2-6-16,-1 1-7 15,-1 1 0-15,-1 0-4 0,-2 0 0 16,2 19-2-16,1 8-1 15,3 4 0-15,1 4 1 16,10-3 3-16,2 0-3 16,0-6-2-16,2-3 2 15,21-4 7-15,2-3-6 0,8-5-2 16,0-4 2-16,3-5 10 16,-3-2-11-16,-4 0 0 15,0-4-8-15,-6-16-5 16,-1-2 0-16,-2-4-6 15,-2-2-4-15,-3-5 23 16,-5 2 1 0,-6-3-1-16,-4-1-2 15,0 5 2-15,0 2 0 16,-11 5 0-16,-7 4-1 16,0 3 2-16,3 4 0 0,-4 4 6 15,4 7-7-15,-1 1-4 16,-1 0 3-16,1 0 0 15,5 0-1-15,-1 3 0 0,4 6 2 16,3-4-2-16,1 2 0 16,2-2 1-16,2 4-2 15,0 4 3-15,0 6 0 16,0 4-5-16,0 2 5 16,0 7 0-16,0 4 2 15,4 3 2 1,3 2-8-16,-1 1 8 15,2 4-3-15,-6-4 0 16,0 0-1-16,-2-3 0 16,0-4 0-16,0-2 6 15,0-4-6-15,0-3 0 16,2-2 0-16,0-3 1 0,-2-3-1 16,0-4 0-16,0-4 0 15,0 0 0-15,0 0 0 16,0-1 0-16,0-4-110 0,0-1-221 15</inkml:trace>
  <inkml:trace contextRef="#ctx0" brushRef="#br0" timeOffset="127048.12">16511 8124 454 0,'0'0'98'0,"0"0"-68"15,0 0 17 1,0 0 26-16,0 0-45 0,0 0-26 15,-45-5-1-15,45 15-1 16,18 2 16-16,0 3-7 16,2 0-9-16,-4 1 4 15,-5 2-2-15,-3-2-2 16,-8 3-4-16,0-2-2 16,0 1 6-16,0 0 0 15,0-1 0-15,-8-2 0 16,-5 2 0-16,-1-1 0 15,3 2 2-15,2-4 3 16,4 0-5-16,3-2 1 16,2-1-1-16,0 1-1 0,2-3-2 15,14 1 0-15,-3-3 3 0,-1 0 6 16,-8-3-3-16,-2 2-3 31,0 0-1-31,-2 5-1 16,0 4 2-16,0 2 1 15,0 0 2-15,0 1 0 16,0 0 0-16,0 1 2 16,0-4-2-16,0 2-1 0,0-3-2 15,3 0 0-15,3-1 3 0,-1 4-3 16,-2-5-3-16,-3 2-167 16,0-2-336-16</inkml:trace>
  <inkml:trace contextRef="#ctx0" brushRef="#br0" timeOffset="128181.39">14003 9673 355 0,'0'0'48'0,"0"0"-42"0,0 0 12 16,0 0 61-16,0 0 9 16,0 0-32-16,-15-20-34 15,15 20-12-15,0 0-6 0,2 0-4 16,23 0 0-16,19 0 10 16,16 6-2-16,18 3-3 15,14-2-4-15,8-2-1 16,2-3 1-16,-5-2-1 15,-20 0 1-15,-21 0-1 0,-23 0 5 16,-20 0-5-16,-13 0 0 16,0 5-5-16,-4-3 5 31,-18 3 12-31,2 2-12 16,4 1-16-16,9-2-176 0</inkml:trace>
  <inkml:trace contextRef="#ctx0" brushRef="#br0" timeOffset="130583.54">15691 9191 112 0,'0'0'457'15,"0"0"-369"-15,0 0-7 16,0 0-36-16,0 0-19 0,0 0 2 16,17-53-14-16,-10 53-8 15,2 0-6-15,2 2-5 16,-4 12 4-16,-7 6-6 0,0 4 7 16,0 0 4-16,-9 3-2 15,-11-4 2-15,2 1 2 31,3-4-3-31,3-2 3 16,3 1-5-16,7-5 0 16,2 1 0-16,0 0-1 15,0 1 0-15,11-3-1 0,5 1 2 16,-5-1 1-16,-2-1-2 16,-9-3-1-16,0 6-1 15,0-1 0-15,0 1 2 16,-13 4-1-16,-1-1 2 15,3 2-1-15,2 2 1 16,5-2-1-16,0 4 0 16,4-2 1-16,0 0-2 0,0 0 0 15,0-3 1-15,10 2 2 16,3-5-2-16,3 0 1 0,-5-4-1 16,-2-2 0-16,-2 0-1 15,-2-3-7-15,-5-2-119 16,2-3-46-16,0-2-151 15</inkml:trace>
  <inkml:trace contextRef="#ctx0" brushRef="#br0" timeOffset="131281.81">16063 9353 206 0,'0'0'61'0,"0"0"27"0,0 0 6 16,0 0-8-16,0 0-24 16,0 0-28-16,8-53-7 15,-16 46 4-15,-1 4-6 16,-3-1-9-16,1 0 3 16,1 3-12-16,-2-4 16 0,1 3-6 15,0 0-12-15,0 2-2 16,-2 0-3-16,-3 0-3 15,0 18 0-15,-4 6 2 16,5 8 1-16,3 0-1 16,10 1 1-16,2-1-2 15,0-4-3-15,12-9 5 16,9-3 0-16,0-11 4 0,-1-5-3 16,0 0 1-1,-4 0 3-15,-3-18 2 0,-4-6-6 16,0-1 6-16,-3 4-5 31,1 0 0-31,-3 9-1 16,1 4-1-16,-2 7 3 15,-3 1 0-15,2 0-3 0,-2 0-7 16,2 5-11-16,-2 15 18 16,0 6 2-16,0 4 2 15,0 2-1-15,0 5 2 16,0-4-4-16,0 0 0 0,0-3-1 15,0-4-1-15,0-4 1 16,0-6 1-16,0-4 5 16,4-4-4-16,7 0-2 15,1-4-50-15,1-4-335 16</inkml:trace>
  <inkml:trace contextRef="#ctx0" brushRef="#br0" timeOffset="131663.27">16262 9569 85 0,'0'0'297'0,"0"0"-199"0,0 0-26 16,0 0-22-1,0 0-48-15,0 0 2 0,0 32-4 16,0-6 5-16,2 0-4 15,4-2 2-15,1-4-2 16,1-6-1-16,4-4 0 16,-1-8 2-16,5-2 2 0,-1 0 10 15,3 0 7-15,3-18-7 16,-6 0-5-16,1-6-5 16,-10 0 9-16,-4-2 3 15,-2-2 22-15,0 0-19 16,-18 2 7-16,-3 6-26 0,-6 8-1 31,2 3 1-31,-2 8 0 16,2 1 0-16,5 0 0 15,7 0-9-15,2 10 7 16,2 6-183-16,4 0-356 16</inkml:trace>
  <inkml:trace contextRef="#ctx0" brushRef="#br0" timeOffset="132987.07">16743 9659 85 0,'0'0'376'0,"0"0"-322"16,0 0 11-16,0 0 17 15,0 0-22-15,0 0-50 16,0-14-9-16,0 14-1 0,-7 11 5 16,-4 4-2-16,2 3 3 15,-3 4-4-15,4 0-1 16,1 1 1-16,-2-2 1 15,4-5-3-15,1 1 0 16,2-8-1-16,2-7-199 16</inkml:trace>
  <inkml:trace contextRef="#ctx0" brushRef="#br0" timeOffset="134322.22">17074 9353 159 0,'0'0'59'0,"0"0"-25"0,0 0 54 15,0 0 8-15,0 0-31 16,0 0-39-16,0-67 5 15,-6 53 34-15,-3 3-2 16,-2-3-33-16,0 2 9 0,-2 1-8 16,-1 2-8-1,-3 6-4-15,-4 1-13 16,-6 2-4-16,3 0 1 16,-5 0-3-16,5 8 0 15,6 6-2-15,3 6 2 16,3 4-2-16,5 5 1 15,5 2-3-15,2 3 4 16,0-2 0-16,4-6 0 0,19-1 0 16,2-11 0-16,1-7-3 15,3-7 3-15,-3 0 1 16,-1-2 4-16,-2-20-3 0,-8-2-4 16,-3-2 5-16,-4 0-2 15,-1 5 0-15,-7 4 3 16,2 7-3-16,-2 8 7 15,0 2-8-15,0 0-3 0,0 2-14 16,0 23 17-16,0 5 5 16,-4 2-2-16,-3-1-3 15,5 1 5-15,0-2-3 16,0-1-2-16,2-5 0 31,0-5 0-31,0-4-1 0,0-3-4 16,0-4-283-1</inkml:trace>
  <inkml:trace contextRef="#ctx0" brushRef="#br0" timeOffset="134753.97">17140 9539 441 0,'0'0'88'0,"0"0"-32"0,0 0-27 16,0 0-13-16,0 0-14 15,0 0-4-15,102-36-1 16,-93 51-2-16,-7 10-6 15,-2 5 11-15,0 4 3 16,-15-2 0-16,-8 0 0 0,1-4 7 16,0-1-8-16,-1-8-2 15,7-7 14-15,6-4-10 16,5-4 4-16,3-1 1 16,2-3 4-16,0 0 2 15,0 0-11-15,4 0 0 16,17 0 27-16,6 2-23 0,4-2 2 31,0 1-10-31,2-1-10 0,-1 2 8 16,-1-2-155-16,-7 0-219 15</inkml:trace>
  <inkml:trace contextRef="#ctx0" brushRef="#br0" timeOffset="135465.78">17539 9203 365 0,'0'0'242'0,"0"0"-165"0,0 0 19 15,0 0 3-15,0 0-43 16,0 0-34-16,0 0-20 15,0-41-2-15,0 41-2 16,4 10 2 0,7 7 2-16,-2 0-1 0,-2-1 0 15,-7 2 0-15,0 3-1 16,0-1 0-16,0-1 1 16,0 3 5-16,0-2-6 15,-7 5-1-15,0-4 1 16,1 4 4-1,-1-3-4-15,-2-2-2 16,4 1 1-16,1-3 1 16,4-1 2-16,0-3-1 0,0 0-1 15,7-1-3-15,6-1-6 16,-2-3 8-16,-4 1 0 16,-2-3-7-16,-5 4 8 15,0-2-1-15,0 3-2 16,0-1 3-16,0 5 0 0,-2-2 2 15,-4 3-1 1,2-3-1-16,4 1 1 0,0 2-1 16,0-1 0-16,0-1 0 15,4 0 1-15,2 0-1 16,-6-1 0-16,0 3 0 0,0-2-1 16,-14 3 0-1,1 3 1-15,3-5 0 16,4 3 0-16,3 0-34 15,1-6-274-15</inkml:trace>
  <inkml:trace contextRef="#ctx0" brushRef="#br0" timeOffset="137943.55">13801 10871 236 0,'0'0'87'15,"0"0"-58"-15,0 0 33 16,0 0 36-16,0 0-22 16,0 0-30-16,-8 0-5 15,6 0 2-15,-2 0 14 16,1 0-18-16,1 0-11 16,2 0-13-16,0 0 0 15,0 0-7-15,5 0-8 0,34 0 0 16,33 0 16-1,28 0-16-15,23 0 0 16,4 0 2-16,-1-3-2 16,-20 3-1-16,-21 0-15 15,-23 0-1-15,-28 0 3 16,-24 0-11-16,-10 4-6 16,-6 4-33-16,-21-2 64 0,-6 0 0 15,6-1-239-15,8-5-252 16</inkml:trace>
  <inkml:trace contextRef="#ctx0" brushRef="#br0" timeOffset="140315.95">15363 10479 531 0,'0'0'78'0,"0"0"-39"0,0 0 3 16,0 0 55-16,0 0-49 15,0 0-12-15,-27-18-16 16,27 18-9-16,0 0-11 16,0 0-6-16,6 0 6 15,10 0 4-15,5 3-3 0,-2 6 3 16,-5 7-4-16,-7 2-3 16,-7 4-1-16,0 9 2 15,-25 1 2-15,-11 4 7 16,-3 0-5-16,5-4-1 15,10-6 2-15,7-1-3 0,13-5-1 32,4-3 1-32,0-1 0 15,11-4 0-15,16-2 0 0,2 0 0 16,-2-2 1-16,-9 0 2 16,-9 2-6-16,-9 0-3 15,0 2 6-15,0 7 3 16,-3 3 0-16,-5 1-3 15,-2 4-1-15,6-1 1 0,4 2 1 16,0-1 3-16,0 2-4 16,10-3 0-16,-2-4 2 0,1 0-1 15,-1-5-1-15,-2 0 0 16,2-2-1-16,-1-1 3 31,-1-2-4-31,4-7-271 0,-4-1-143 0</inkml:trace>
  <inkml:trace contextRef="#ctx0" brushRef="#br0" timeOffset="143602.22">16125 10606 267 0,'0'0'120'16,"0"0"-68"-16,0 0 10 16,0 0 20-16,0 0-17 15,0 0-25-15,-2-58-9 16,-5 49 17-16,-1 1-20 15,0 1-10-15,-2 0-7 16,-1 1-7-16,-5 2-3 16,-5 4-1-16,-2 0-1 15,-11 0 0-15,-4 4 1 16,-9 12 1-16,0 7 0 16,1-4 4-16,5 6-5 15,17-1 0-15,10 0-3 0,14 0-6 16,0-4 4-16,21-3-3 15,14-5 8-15,7-3 4 16,8-9-1-16,-1 0-2 16,-3 0 2-16,-8 0 3 0,-9-6-5 15,-9-6 0-15,-9-5 7 16,-3 0-7-16,-6 0 4 16,-2 0 1-16,0 7-2 0,0 1 1 15,0 5-1-15,0 3 9 16,0 1 2-16,0 0-15 15,0 1-10-15,0 20 5 16,0 5 5-16,0 8 3 16,0 2 2-16,-2 2-4 15,2-3 0 1,0 0 4-16,0-7-4 16,0-6 1-16,0-6 0 15,0-5-2-15,0-3-1 16,0-7 1-16,0 1 1 15,2-2-1-15,4 0-152 16,1 0-258-16</inkml:trace>
  <inkml:trace contextRef="#ctx0" brushRef="#br0" timeOffset="144124.18">16192 10890 498 0,'0'0'77'0,"0"0"-34"0,0 0 1 15,0 0-9-15,0 0-2 16,0 0-18-16,105-66-5 16,-80 64 2-16,-4 2 2 15,-5 0-2-15,-5 0-12 16,-1 0-5-16,-4 17-2 15,-6 4 7-15,0 4 2 16,0-1 2-16,-2-3-3 16,-12-3 8-16,1-2-5 15,1-8 1-15,6-1 0 16,4-3-4-16,2-4 1 0,0 0 2 16,0 0-4-16,0 2-9 15,6-1 9-15,13 3 3 16,-1 5 6-16,-3 3-8 15,-1 2-1-15,-6 5-8 0,-3 4 8 16,-5-1-1-16,0-1 1 16,0-4 4-16,-2-1-4 15,-17-4 2 1,0-4 6-16,-6-3 9 16,-6-5 5-16,2 0 6 15,2 0-6-15,2 0-3 16,6-13-7-16,3-3-11 15,5-1-1-15,6-2-8 16,5 1-34-16,0 2-122 16,5-1-244-16</inkml:trace>
  <inkml:trace contextRef="#ctx0" brushRef="#br0" timeOffset="144756.86">16621 10519 570 0,'0'0'104'16,"0"0"-30"-16,0 0-12 0,0 0 8 15,0 0-51-15,0 0-11 16,19-20 2-16,10 20-1 31,2 0-9-31,-10 8-4 0,-4 4 0 16,-8 6-4-16,-9 5 5 15,0 2 3-15,0 4 0 16,-7-1 1-16,-10-1 3 16,1 0-1-16,3-5-2 15,4 0 1-15,4-2-1 16,5-2 1-16,0-3-1 0,0 2-1 15,0-1 0-15,9-2 5 16,4 2-5-16,1-1 1 16,-5-1 1-16,-3 0-2 0,-3-1-1 15,-3 1 0-15,0 3 1 16,0-2 1-16,0 2 1 16,0 1-1-16,0-5 2 15,0 4-6-15,6-1 7 16,4 0-4-16,0 0 0 15,-3 0 1 1,-3 0-1-16,-4 3 0 16,0-5-1-16,0 5-7 15,0-1-124-15,0-4-106 16</inkml:trace>
  <inkml:trace contextRef="#ctx0" brushRef="#br0" timeOffset="146375.52">14063 12200 256 0,'0'0'84'0,"0"0"-2"15,0 0-17-15,0 0 15 16,0 0-16-16,0 0 7 15,-13-20 21-15,7 16-53 16,-2 0-24-16,2 4 0 16,1-2-10-16,1 2-3 0,4 0-2 15,0-2 0-15,0 2 0 32,0 0 0-32,0 0 1 0,0 0 0 0,0-2-1 15,0 2 0-15,0 0-7 0,9 0 2 16,17 0 5-1,20 0 6 1,14 0-3-16,13 6 1 16,14 2-3-16,4 1 3 0,-1 2-4 15,-9 1-4-15,-6 2 4 16,-13-2-1-16,-8-3-2 16,-8 2-1-16,-7-5-10 15,-11-3-7-15,-8 0-5 16,-11-3 18-16,-2 0 6 0,-5 0 2 15,3 0 0-15,-1 0-7 16,4 0-97-16,4 0-29 16,-3 0-87-16,-1 0-57 15</inkml:trace>
  <inkml:trace contextRef="#ctx0" brushRef="#br0" timeOffset="148064.43">15390 11771 534 0,'0'0'82'0,"0"0"-31"16,0 0-7-16,0 0 16 15,0 0-10-15,0 0-27 16,-7-17-23-16,7 17-7 0,0 0 0 16,11 0 7-16,9 9 10 15,0 3-10-15,0-2 3 16,-6 2-3-16,-5 0 0 16,-5 2 0-16,-4 3-3 15,0 6 3-15,0 5 0 0,-18 4 3 31,-8 2 1-31,-6 0 0 16,4 0-3-16,5-4 8 0,5-3-6 16,14-4-3-16,4-2-1 15,6-1-2-15,30-6 3 16,6-1 4-16,5-4-3 16,-4 0 6-16,-14 1-7 15,-12 1-2-15,-17 3-5 0,0 4 3 16,0 4 4-16,-15 5 4 15,-1-2-4-15,7-1 3 16,7 0 0-16,2 0-3 16,0 0 0-16,2 1 0 15,16-2 1-15,2 2-1 16,-2-1 2-16,-3 0 0 0,-1-2-2 16,-7-3-12-16,-3 1-179 15,-4-6-261-15</inkml:trace>
  <inkml:trace contextRef="#ctx0" brushRef="#br0" timeOffset="151099.08">3000 7190 359 0,'0'0'86'0,"0"0"-44"0,0 0 41 16,0 0-16-16,0 0-11 16,0 0-19-16,0 0-7 15,-18-22-10-15,18 22-3 16,0 0-3-16,0 0-1 16,0 0 2-16,0 0-15 0,0-2 0 15,0 2-4-15,0 0-3 16,22 0 7-16,14 0 10 0,11 0-9 15,11 0 0-15,2 0 2 16,5 0 0-16,-5 2-3 16,-7 1 0-16,-8-1 1 15,-14 0-1-15,-10 0 0 16,-8-1-3 0,-9-1-1-16,-4 3 2 15,0-3-1-15,0 0-18 0,0 0-45 31,0 1-50-31,2-1-55 0,8 0-236 16</inkml:trace>
  <inkml:trace contextRef="#ctx0" brushRef="#br0" timeOffset="151656.1">3422 7045 296 0,'0'0'27'0,"0"0"-17"0,0 0 1 15,0 0 28-15,0 0 6 16,0 0-25-16,-41-3-7 16,39 3 20-16,2 0 18 15,-3 0-3-15,3 0-5 0,0 0-17 16,0 0-19-16,0 0-7 15,5 6-10-15,17 8 10 0,7 4 8 16,7 2 0-16,5-3-5 16,-2-2 3-16,-1 2-2 15,-9-3-2-15,-4 0 1 16,-12-2-3 0,-4-2-4-16,-4-2 3 15,-5-3-2-15,0 0-11 16,0-3 9-16,0 3 5 15,-16 6 16-15,-4 3-11 16,-2 4 3-16,-3 4-6 16,2 4 0-16,2 4-2 15,-2 2 0-15,3 6 1 0,3 0-1 16,5-3-111-16</inkml:trace>
  <inkml:trace contextRef="#ctx0" brushRef="#br0" timeOffset="171596.13">16077 11857 162 0,'0'0'99'0,"0"0"-10"0,0 0-13 15,0 0-4-15,0 0 0 16,0 0-21-16,0 0 24 0,0 0-26 15,0 0-33-15,2-103-1 16,-2 93 0-16,2 5-12 16,-2 1 14-16,0 2-17 15,0 2 7-15,0-3-3 16,0 3-2-16,0-4-2 16,-7 3 0-1,-9-2 2-15,-6-1-2 16,-5 4 8-16,3-1-4 15,-1 1-4-15,5 0 1 16,7 0 3-16,1 0-4 16,6 0-1-16,2 4-2 15,1 15-6-15,3 9 9 16,0 2-1-16,0 3 1 0,11-1 1 16,5-4-1-16,2-1 0 15,0-6 0 1,0-5-1-16,-3-2-1 15,-2-10-3-15,-1-1 5 16,-1-3 5-16,-3 0-4 0,0-9 1 16,-2-8 8-1,-4-3-8-15,0-3 4 0,1 3-4 16,-3 5 0-16,2 0 0 16,-2 7-1-16,2 5 3 15,0 0-3-15,-2 3-1 16,0 0-1-16,2 0-3 15,1 0 0-15,-3 0-2 16,3 12-8-16,-1 5 13 0,-2 9 1 16,0 9 6-16,0 5-3 15,0 0-3-15,0 2 3 16,0-5-3-16,4-1 2 16,5-6-1-16,-1-4 1 15,4-2-1-15,-3-4-1 16,-1-4 2-16,0-2-2 0,-2-5-156 15,-1-3-253-15</inkml:trace>
  <inkml:trace contextRef="#ctx0" brushRef="#br0" timeOffset="172128.85">16306 12097 336 0,'0'0'105'16,"0"0"-67"-16,0 0 8 0,0 0 36 16,0 0-57-16,0 0-12 15,-18 0-7-15,7 13 6 16,0 0-10-16,-1 5 8 15,3 3 2-15,3-3-4 16,4 2-3-16,2 1-5 0,0-4 1 31,2-1-5-31,21-4 8 0,3-5 5 16,6-1-9-16,-1-6-7 16,-2 0-7-16,-6 0-12 15,0-7 14-15,-9-7 5 16,-5-4 7-16,-7 0 5 15,-2 0 4-15,0 3-7 16,0 3 2-16,0 5 17 0,0 3-6 16,-2 1 10-16,-1 2 5 15,1 1-6-15,0 0-8 16,2 0-16-16,0 11 0 16,0 12 8-16,0 2-1 15,0 1-6-15,0-3 4 16,0 0 3-1,4 2-8-15,3-4 0 16,-1-2 0-16,-1-1 1 16,0-6-1-16,1-3-158 15,1-9-310-15</inkml:trace>
  <inkml:trace contextRef="#ctx0" brushRef="#br0" timeOffset="172929.43">16617 11726 421 0,'0'0'97'0,"0"0"-32"16,0 0 5-16,0 0-6 16,0 0 6-16,0 0-59 15,-8-26-6-15,20 26 1 16,9 0 2-1,4 0-6-15,0 0-1 16,-3 3-1-16,-7 6 0 16,-4 1-1-16,-6 3-1 15,-5 0-6-15,0 4 8 16,0 3 0-16,-9 0 8 0,-4 0-4 16,2 1 1-16,1-2-3 15,6-3 0-15,4 1 2 16,0 0-4-16,0-2 0 0,0 2 0 15,16 0 2 1,-1-2-2-16,-1-3 0 0,-5 2 3 16,-5 0-3-16,-4 1 0 15,0 2 1-15,0 3-1 16,0 2 4-16,-6-1-1 0,1 1-3 16,5-4 3-16,0 0 2 15,0-3-5-15,0 2 2 16,5-3 0-16,5 3-2 15,1-2 1-15,-1 1 1 16,-2 0-2-16,-3-2 1 16,-3 2-2-1,0 0 1-15,-2-2 0 16,0 2 0-16,0-2 0 16,0-1-10-16,0-3-267 15</inkml:trace>
  <inkml:trace contextRef="#ctx0" brushRef="#br0" timeOffset="174016.04">14019 13311 318 0,'0'0'59'0,"0"0"-34"0,0 0 28 16,0 0 77-16,0 0-36 15,0 0-35-15,-67-31-13 16,62 31-17-16,1-1-14 16,1 1-6-16,3 0 5 15,0 0-12-15,0 0-2 16,21 0-2-16,23 0 2 0,24 0 12 16,18 4-2-16,17-3-9 15,3 3-1-15,-5-1 0 16,-15 1-1-16,-16 1 1 15,-24 2-1-15,-19 0-20 16,-15 0-5-16,-12 1-20 0,0 2-41 16,-20-3 40-16,-11 2-157 15</inkml:trace>
  <inkml:trace contextRef="#ctx0" brushRef="#br0" timeOffset="177491.61">15504 12913 382 0,'0'0'105'16,"0"0"-6"-16,0 0-42 16,0 0-4-16,0 0 24 15,0 0-33 1,0 0-21-16,0-54-12 15,-8 54-9-15,-5 0 8 0,0 8-9 16,-1 11 3-16,4 0-1 16,3 3-1-16,7-1-2 15,0 2 0-15,0-4-1 16,7-1 0-16,10-2 1 16,-1-2-3-16,-1-4 6 0,-5 0-1 15,-6 2-1-15,-4 2-1 16,0 3-4-16,0 6 4 15,-9 1 1-15,-7 2 2 16,3-4-2-16,6-1 1 16,2-6-2-16,3 2 0 15,2-3 0-15,0-1 0 0,0 2 0 16,0-1 0-16,0 2 1 16,0 0 0-16,0 0-1 15,2 0 0-15,1 2 1 0,1 2-1 16,-1-2 1-16,4 0-1 15,-1-2 0-15,3 1-1 32,0-4-83-32,0-3-199 0</inkml:trace>
  <inkml:trace contextRef="#ctx0" brushRef="#br0" timeOffset="178123.71">15960 13029 207 0,'0'0'44'0,"0"0"54"16,0 0-37-16,0 0 23 16,0 0-29-16,0 0 3 0,-13-85-22 15,4 75 14-15,-4 3-3 16,-5 3-15-16,-5 3-9 15,-4 1-15-15,-2 0 7 16,0 0-6-16,3 19-2 16,4 8-3-16,6 2-4 15,11 6 0-15,5 1 0 0,0-3 2 16,14-4-2-16,13-5-3 16,4-7 3-16,5-9 2 15,2-8 2-15,-5 0-4 16,-2-11-12-16,-6-12 10 15,-3-4-7-15,-7 3 1 0,-1-2 8 32,-7 8 1-32,-3 8 2 15,-2 6-1-15,-2 4-2 0,0 0-2 16,0 7-19 0,0 14 21-16,0 9 2 0,0 9 3 15,0-4-2-15,0 4 2 16,0-6-1-16,0-5 0 15,0-1-2-15,2-6-1 0,12-6 2 16,6-3-3-16,5-6-180 16,1-6-208-16</inkml:trace>
  <inkml:trace contextRef="#ctx0" brushRef="#br0" timeOffset="178525.11">16243 13268 337 0,'0'0'174'16,"0"0"-119"-16,0 0 3 0,0 0-26 16,0 0-8-16,0 0-15 31,100-50-4-31,-73 50-5 0,-4 0 0 15,-5 0-2-15,-9 19-6 16,-7 2-2-16,-2 9 10 16,0 5 1-16,-11 0 13 0,-12-2-13 15,-1-6 4-15,1-4 0 0,6-5 1 16,3-6 4-16,7-2 5 16,5-6 2-16,2-1-3 31,0-3-11-31,0 1 4 15,11-1 1-15,16 0 22 16,4 0-13-16,5 0-10 16,2 0-6-16,-4 0 0 0,-5 0 1 15,-5 0-2-15,-9 2-5 16,-4 3-73-16,-1-5-217 0</inkml:trace>
  <inkml:trace contextRef="#ctx0" brushRef="#br0" timeOffset="179326.42">16736 12941 301 0,'0'0'132'0,"0"0"-39"0,0 0-6 15,0 0-19-15,0 0 15 16,0 0-63-16,-2-16-20 16,2 16-1-16,0 0-2 0,9 0 3 15,0 12 8-15,-1 2-3 16,-5 6-5-16,-1-3 0 16,-2 3 0-16,0 1 2 15,0 0-2-15,0-1 0 16,-2 2 0-16,-5-4 0 15,-2 0 1-15,5 1 3 0,1-4-4 16,3 3 0-16,0 2-2 0,0-2 2 16,16-2-1-16,-1-1 1 15,-1 1-4-15,-5-5 3 16,-5 6 0-16,-4-1-2 16,0 0 3-16,0 0-5 15,0 0 2 1,-2-2 3-16,-7 2 3 15,5-2-3-15,4 0 0 16,0 1 2-16,0 0-2 16,0-3 0-16,6 4 3 15,5-1-3-15,1-2 0 16,-3 3 1-16,-5 1 2 16,-2-2-3-16,0 0-3 0,-2-1 3 15,0 0-3-15,0 3-137 16,0-2-82-16</inkml:trace>
  <inkml:trace contextRef="#ctx0" brushRef="#br0" timeOffset="181183.48">14027 14454 157 0,'0'0'147'0,"0"0"-74"16,0 0-23-16,0 0 28 15,0 0-4-15,0 0 6 0,0 0-45 16,-20-29-4-16,20 27-9 16,0 2-16-16,0 0-6 15,16 0 0-15,20 0 0 16,22 0 3-16,15 7-2 31,14-1 2-31,4-6-2 0,5 1-2 16,-7 1-10-16,-12 3-45 15,-19 1-8-15,-25-1-3 16,-20 2 39-16,-13 2-10 16,0-4-74-16,-15 1-34 15</inkml:trace>
  <inkml:trace contextRef="#ctx0" brushRef="#br0" timeOffset="181947.6">15400 14096 452 0,'0'0'101'31,"0"0"-61"-31,0 0 53 0,0 0 13 16,0 0-47-16,0 0-58 15,-13-25 13-15,0 43-9 16,0 6 2-16,4 0-7 16,7 0 0-16,2 2 3 15,0-1-2-15,0-2-1 16,0 0 1-16,0-2-1 0,2-3 1 15,-2 1-1-15,0-2-1 16,0 1-2-16,-2 0 1 16,-14 1 1-16,3-2-1 15,-5 1 4-15,5 0-4 0,-1-1 5 16,5 1-3-16,5 1 0 31,4 2 0-31,0-3-1 16,0 3-1-16,0 2 0 15,4-3 2-15,-2 2 0 16,-2-2 4-16,0 2-3 0,0-2-1 16,0 1 1-16,0 2-1 15,0-5-2-15,0 4 2 16,0 0 3-16,5-3-2 0,3-1-1 16,0-4 0-16,-6 2-1 15,2-1-117-15,-2-2-59 16,5-1-176-16</inkml:trace>
  <inkml:trace contextRef="#ctx0" brushRef="#br0" timeOffset="182786.13">15768 14337 364 0,'0'0'23'16,"0"0"-10"-16,0 0 56 16,0 0 10-16,0 0-28 15,0 0-4-15,-67-67-9 16,52 64-16 0,-3 3 12-16,-1 0-10 15,-4 0-12-15,1 12 0 16,1 6-3-16,4 8-6 15,3 6-1-15,5-4 0 16,7 2-1-16,2-2-1 16,0-1 0-16,7-1 1 15,11-8 5-15,7-1-6 0,1-6-1 16,6-5-6-16,1-6 7 16,0 0-19-16,3 0-4 15,-5-3 10-15,-4-11 1 16,-6-7 12-16,0-4 2 0,-5 0 1 15,-3-3 0-15,-5-1-1 16,0 2 0-16,-4-2-1 16,-4 3-1-16,0 4 2 0,0 4-4 15,0 2 0-15,-12 4-5 16,-3 0 7-16,-3 4 0 16,5 3 0-16,-3 5 0 31,5 0 4-31,1 0-3 15,-2 0 2-15,1 0 0 16,0 13-1-16,-3 6 1 0,1 2-2 0,2 5 2 31,-2 6-1-31,-1-2 3 0,7 4-4 16,1 2 1-16,4 3 2 0,2 1-1 16,0 2 3-1,0 1-4-15,0 6 8 0,2-3-1 16,-2 0 2-1,0-4 4-15,0-7-6 16,0-8-1-16,0-3-2 16,0-6-5-16,0-5 3 0,0-3-2 15,0-6-2-15,0-1 1 0,0-3-1 16,0 0-6-16,0 0-446 31</inkml:trace>
  <inkml:trace contextRef="#ctx0" brushRef="#br0" timeOffset="183449.43">16199 14075 292 0,'0'0'303'0,"0"0"-180"0,0 0-36 16,0 0-10-16,0 0-30 16,0 0-27-16,0 0-20 15,-80-32-7-15,80 51 7 16,4 3 3-16,14 4 9 16,1-2-10-16,0 3 3 15,-6-1-2-15,-6-1 0 16,-3-6-2-16,-1 1-1 0,-3-4-1 15,0 1 1-15,0-2-3 0,0 2 3 16,0 0 1 0,-7 1 0-16,2-2-1 0,5 0 1 15,0-2-1-15,0 4 1 32,0 3 0-32,0-3 0 15,0-1-1-15,0 6 0 16,0-5 2-16,-2-4-2 15,0 1 0-15,-3-1 0 0,5 1 2 16,0-1-2-16,0-2-2 16,0 2 0-16,0 0 2 15,0 0-1-15,0 2 1 16,0 2-4-16,-8 1-3 0,-11 2-12 16,2-1 1-16,-3 6-14 15,-1 0-39-15,4 1-33 16,-1-5-368-16</inkml:trace>
  <inkml:trace contextRef="#ctx0" brushRef="#br0" timeOffset="184488.38">13863 15677 279 0,'0'0'77'0,"0"0"-38"16,0 0-20-1,0 0 3-15,0 0 3 16,0 0-5-16,-23 0-6 15,23 0 3-15,0 0-1 16,0 0-8-16,0 0-8 0,32 0 0 16,21 0 36-16,20 0-35 0,19 0 14 15,6 0-13 1,3 0 2-16,-3 0-2 16,-5 0-2-16,-12 0 0 15,-17 0 0-15,-26 0 5 0,-20 0-5 16,-18 0-4-16,0 0-20 15,-16 0 24-15,-9 9 0 16,4-4-45-16,2 4-169 16</inkml:trace>
  <inkml:trace contextRef="#ctx0" brushRef="#br0" timeOffset="186106.74">15329 15244 672 0,'0'0'92'0,"0"0"-58"16,0 0 54-16,0 0-18 0,0 0-47 16,0 0-5-1,-51-44-18-15,26 62 1 0,1 4 3 16,6 4-3-16,7-1 1 15,9 0-2-15,2 1 0 0,0-6-3 16,0 1 3 0,13-4 5-16,1 1-5 0,-3-4 1 15,0-2-1-15,-5 2 1 16,2-6 0-16,-6 2 1 0,-2 2-4 16,0 0 2-16,0 4 0 15,0-2 2-15,-5 4-1 16,-9 4-1-16,4-4 0 15,1 5 1-15,4-1-2 16,5-1 2-16,0 2-2 16,0-5 0-1,0 4 1-15,0-4 1 16,0 0-1-16,0-1 0 16,0 3 2-16,0-3-1 15,2-5-1-15,8 2 0 16,-2 1-2-16,3-8-3 15,-1 3-45-15,-4-6-78 16,-2 2-140-16,-4-4-220 0</inkml:trace>
  <inkml:trace contextRef="#ctx0" brushRef="#br0" timeOffset="186686.89">15659 15454 423 0,'0'0'43'16,"0"0"-15"-16,0 0 45 15,0 0 16-15,0 0-23 16,0 0-16-16,0-68 23 16,-8 65-57-16,-6 3 6 15,-1 0-11-15,-6 0-6 16,1 0 3-16,3 0-5 0,-4 12 0 16,6 11-3-16,1 5 0 0,4 2 0 31,7 2 2-31,3-2-1 15,0-2 1-15,9-6-2 16,9-5 0-16,2-3 1 16,0-13-1-16,3-1 0 15,-4 0 2-15,-1-1 2 0,0-22-4 16,-7 2-6-16,0-6 4 16,-7 5 2-16,-4 4 4 15,0 9-3-15,0 4 7 16,0 5 13-16,0 0 6 15,0 0-27-15,0 18 7 16,0 13-7-16,-6 6 10 0,4 2-4 16,0-4-1-16,2-2-5 15,0-1 4-15,0-2-4 16,0-4 0-16,8-4-1 16,8-8-134-16,2-6-484 0</inkml:trace>
  <inkml:trace contextRef="#ctx0" brushRef="#br0" timeOffset="187008.51">15838 15753 413 0,'0'0'153'15,"0"0"-111"-15,0 0-6 0,0 0 9 16,0 0-34-16,116-34-5 15,-99 34-6-15,-5 4-3 16,-8 17 0-16,-4 2 0 16,0 7 3-16,-18-2 13 15,-9 2 4-15,3-10-3 16,4-4 1-16,8-1 1 0,8-12 3 31,4 1-4-31,0 1-13 16,0-3 0-16,18 1 14 0,9-3 1 15,6 0 0-15,3 0-14 16,2 0 4-16,-3 0-7 16,2 0 0-16,-4 0-7 15,-2 0-222-15,-2 0-327 0</inkml:trace>
  <inkml:trace contextRef="#ctx0" brushRef="#br0" timeOffset="187609.26">16226 15226 677 0,'0'0'126'15,"0"0"-94"1,0 0 13-16,0 0-10 0,0 0-14 16,0 0-19-1,0 0-2-15,2 2 5 0,18 22-1 0,-2 3-4 16,-5 5 0-16,-11-1 1 15,-2 1 0-15,0-4-1 16,-4 2 0-16,-14 0-2 16,-2-4 2-16,4-2 4 15,5-2-4-15,5 1 0 16,6-5 0 0,0 0 0-16,0 0 0 15,0-4 0-15,10-1 0 16,4 3 0-16,-1-5 1 15,-4 1-1-15,-4 2 0 16,-3-5 0-16,-2 8-1 16,0-3 2-16,0-4-1 15,0 2 0-15,0 2 0 0,0-2 2 16,0-1 0-16,0 1-2 16,5 2 0-16,-3-5 2 0,0 3-2 15,0 2 0-15,-2 0 1 16,0-4-1-16,0 2 0 15,0 2-2-15,0-2-99 16,0 2-175-16</inkml:trace>
  <inkml:trace contextRef="#ctx0" brushRef="#br0" timeOffset="188612.69">13818 16726 401 0,'0'0'84'0,"0"0"-40"15,0 0 20-15,0 0 7 16,0 0-39-16,0 0-32 16,6-5 8-16,31 5 3 15,11 0 0-15,15 0-7 0,9 0-1 16,3 0-3-16,1 0-1 16,-7 0-1-16,-11-3-7 15,-14-1-24-15,-15-1-7 16,-13 5 21-16,-14 0 17 15,-2 0-4-15,0 0-52 0,-6 0 24 16,-4 0-129-16</inkml:trace>
  <inkml:trace contextRef="#ctx0" brushRef="#br0" timeOffset="189470.16">15412 16284 518 0,'0'0'138'0,"0"0"-69"16,0 0-23-16,0 0-28 0,0 0-18 15,0 0 2 1,0 0-2-16,-18 72 5 0,3-41-1 15,-1 1-2-15,3-6 9 16,1-2 5-16,8 2-10 0,4-8 2 16,0 4-6-16,0-3 1 15,16-2 3-15,3-1-5 16,2-2-1 0,-6-3 9-16,-4 1-8 15,-8-3-2-15,-3 3 0 16,0 2 1-16,-5 4 3 0,-13 4-1 15,-1-3 2-15,0 3 7 16,7 0 5 0,2 0-6-16,8 2 0 0,2-2-9 0,0 0-1 15,0 0 7-15,0-4-6 16,4 0-1 0,0 1 2-16,2-7-1 15,-4 1 0-15,-2-3 0 0,0 2 1 16,0-1-1-16,0 1-1 15,0-3-100-15,0-1-215 0</inkml:trace>
  <inkml:trace contextRef="#ctx0" brushRef="#br0" timeOffset="190276.83">15902 16473 176 0,'0'0'190'16,"0"0"-96"-16,0 0-14 15,0 0 21-15,0 0-26 16,0 0-23-16,-82-26-24 0,61 26 3 16,-2 15-5-1,-6 8-7 1,0 5-2-16,4 2 1 0,2 6-8 16,10-3-5-16,11 2-2 15,2 1-2-15,0-1 1 0,22-4 1 0,9-4 1 16,5-1-3-16,2-12-1 15,0 0 2-15,-1-10-1 16,0-4 2-16,-4 0-2 16,0-4-2-16,-3-18-2 15,-1 0 1-15,-3-6 2 16,-4-7 2 0,1 3 1-16,-11-8 0 0,0 4-1 15,-10 4-2-15,-2 3 2 16,0 4-1-16,0 4-1 15,-10-2-2-15,-4 5 1 0,-1 0 1 16,1 2 1-16,1 6 0 31,1-2-1-31,3 5 0 16,3 4-2-16,-1-1 1 16,-2 4-6-16,0 0 0 15,1 0 5-15,-4 12 2 16,1 2 0-16,2 4 0 0,-2 8 0 15,4-4 0-15,1 6-3 16,3 2 3-16,1 2-1 16,2 4 2-16,0 5-1 15,0-6 3-15,0 5-2 16,0 1 6-16,0-2-6 16,0 2 2-16,0-1 2 15,0-8 2-15,0-2-5 16,0-4 4-16,0-7 0 15,2-2-6-15,1-7 6 0,-1-2-6 16,-2-4 0-16,0-2 4 16,0-2-4-16,0 0 1 15,0 0-1-15,6 0-29 16,1-2-217-16,0-10-217 16</inkml:trace>
  <inkml:trace contextRef="#ctx0" brushRef="#br0" timeOffset="190970.98">16293 16316 462 0,'0'0'114'0,"0"0"-26"0,0 0-21 16,0 0 12 0,0 0-44-1,0 0-26-15,-67-23-9 0,67 32-1 16,6 9 1-16,16 5 8 16,3-1-5-16,-1 0 3 0,-3 0-4 15,-6-4-2-15,-3 0-4 16,-8-4 1-16,-2 0 0 15,-2-2 2-15,0 2 0 16,0-5 2-16,0 3 0 16,-2 8 1-1,-2-6-1-15,-4-2 3 16,0 8-4-16,3-1 3 16,-1 0-1-16,4-2 1 15,2 1 1-15,0 0 1 0,0-4-2 0,0 0-1 31,6 2-1-31,9-1 0 16,-1-7 0-16,-3 1 3 16,-7 1-4-16,-4 3 0 15,0-3 0-15,0-2 0 0,0 2 0 16,0 2 2-16,-6-3 0 0,2 0-1 16,-3 5 1-16,5-2-2 15,0-3 1-15,2 5-1 16,0-5-1-16,0-1-18 15,0 2-242-15,0-5-222 16</inkml:trace>
  <inkml:trace contextRef="#ctx0" brushRef="#br1" timeOffset="-134559.89">21354 11209 14 0,'0'0'135'15,"0"0"-60"-15,0 0-20 16,0 0 2-16,0 0-12 0,0 0-20 16,0 0 21-16,0-27-11 15,0 25-4-15,0-1-3 16,0 1-1-16,0-2 0 16,-6-2-14-16,-5 0-8 15,0 0 0-15,-3 1-1 16,1 0 0-16,-3-2-4 0,-1 4 4 15,-5 1-2-15,-3 0-1 16,-2 0 0-16,2 2 2 16,2 0-3-16,2 0 0 15,3 0 0-15,1 15 3 16,3 4-3-16,3 7-3 16,4 1 0-1,5-1 2-15,2 6 0 16,2-4-7-16,22-3 6 15,5 0-10-15,8-7 3 16,0-5-1-16,-1-8 10 0,-1-5 5 16,-6 0-5-16,-4 0 0 15,-5-14 10-15,-7-7 18 16,-4 2-23-16,-2-3 9 16,-4 4 10-16,-3 1 25 0,0 3-11 15,0 6 1-15,0 4-21 16,0 2 0-1,0 2-11-15,0 0-7 0,0 0-1 0,2 0-3 16,-2 0 1-16,0 0-4 31,2 4 7-31,0 8 3 16,-2 9-3-16,0-1 0 16,0 6 3-16,0 2-2 15,0 0-1-15,0 4 0 16,0 4 2-16,0 4-2 15,-2 2 1-15,-2 2 5 16,1-2-5-16,3-5 0 0,0-7-1 16,0-9 5-16,0-5-3 0,3-5-1 15,1-5-1 1,0-5-2-16,1-1-4 0,-1 0-3 16,6 0 8-16,0 0 1 15,1-1-214-15,-4-9-377 16</inkml:trace>
  <inkml:trace contextRef="#ctx0" brushRef="#br1" timeOffset="-133976.94">21669 11548 333 0,'0'0'141'0,"0"0"-114"16,0 0 20-1,0 0 39-15,0 0-55 16,0 0 3-16,-29-44-23 16,27 44 2-16,0 0-10 15,-6 0 0-15,2 4-2 16,-5 17-1-16,0 5 0 15,4 5 0-15,1 5 0 16,6 1 0-16,0 0 0 0,0 0-4 16,0-7 2-16,16-2-3 15,3-8 3-15,4-6-13 16,-3-8 3-16,-1-4 1 16,2-2 11-16,-5 0 44 0,-3-12-30 15,-2-11 6-15,-4-2-4 31,-3-8-6-31,-4 0 20 16,0-2-17-16,0 3 7 0,0 5-19 16,-2 8-1-16,-10 7-10 15,-1 6-86-15,-5 5-177 16</inkml:trace>
  <inkml:trace contextRef="#ctx0" brushRef="#br1" timeOffset="-132070.5">21690 10940 197 0,'0'0'80'0,"0"0"-5"0,0 0 13 16,0 0-26-16,0 0 10 15,0 0-26-15,-23-36 9 16,21 32-6-16,-5 3-28 16,0-4-1-16,1 5-5 15,-3-4-8-15,-5 2-5 16,-1 0 1-16,-3-2-1 15,0 2-1-15,0 0 0 16,3 2 1-16,-1-1 0 16,3 1 0-16,-3 0 0 15,3 0 3-15,-3 0-2 16,1 0 2-16,-3 0-3 0,-3 0-2 16,2 0 3-16,-4-3 0 15,1 3 1-15,-1 0 7 16,2 0 3-16,0 0-3 15,-1 0-3-15,0 0-7 0,-3 0 5 32,-2 0-6-32,7 0 1 15,1 0 1-15,3 3 1 16,3-2-3-16,3 1 0 0,4 3 0 16,-3-2 2-16,0 3-4 15,-2 0 4-15,0 0-2 16,-5 2 0-16,5 0 0 15,2 0 2-15,-2 2-2 16,4-2 2-16,1 4-2 0,-1 3 7 16,2-1-6-16,3 1-1 15,-1 6 2-15,-3-3-1 16,4 3-1-16,-5 0 5 16,3 1-3-16,-3 0-1 15,0 0 3-15,3 2-6 16,0-2 2-1,4 0 0-15,-3-2 3 16,3 2-3-16,0 1 0 16,0-2 1-16,0 4 0 0,0-5 0 15,0 2-1 1,0-1 1-16,0 4 0 0,0 1 2 16,5 1-3-16,-1-1 0 15,-2-1 0-15,2-1 1 0,-1-1 0 16,2-2-1-16,-1-1 1 15,1 0-1-15,3-2 0 16,-1 2 0-16,2-2-3 16,0-1 3-16,0-2 0 15,0 2 2-15,2-1-2 16,0 0-2 0,7-3-4-16,-1 1 1 15,4 3 5-15,1-3 3 16,1 0-3-16,-2-2 0 15,2 2 12-15,-1-2-12 16,1 2 0-16,-2-1 3 16,2-4 1-16,0 1-4 15,-2-3-2-15,2 0-4 0,-1-1 6 16,1-2 2-16,-2 2-1 0,2-2-1 16,-1 1 7-16,1-2-6 15,-1-1 0-15,0 2 1 16,1-2 2-16,-1 1-4 15,-2-3 3-15,0 0-3 16,-1 0 2-16,0 3-1 0,-3-3-1 16,-1 0-2-16,-1 2 2 15,1-2 0-15,-1 0 1 16,1 0 0-16,-2 0 0 16,3 0 3-16,2-5-4 15,-1-2 5-15,4 0-4 16,-4-2-1-1,1-1 1-15,-2 0 0 16,0-2 2-16,-4 2-2 16,2-4-1-16,-1 2 0 15,3-4 1-15,-5 0 0 0,1-4 0 16,-1-1-1 0,-3 0 1-16,2-3 0 0,-4 0-1 15,1-2 1-15,-3-2-1 16,-2-2 1-16,1 1 2 0,-3-5-2 15,0 2-1-15,2-2 1 16,0 1-1-16,3 1 1 16,-5 4-3-16,2 5 3 15,-2 1-1-15,0-1 0 32,0 4 1-32,0 1 2 0,0 0 3 15,0-4 0-15,0 2-4 16,0-5 2-16,-4-1-2 15,-1-4-1-15,0 2-1 16,-1 0-2-16,4 3 2 0,-3 2 5 0,1 3-4 16,2 1 0-1,-3 6 1-15,3 1-2 16,-1 2 1-16,-1 1-1 16,2-1 2-16,-5 2 3 15,-1 1-5-15,-2-4 0 0,-1 1 0 16,1 5 0-1,0-4 0-15,-3 5 0 0,-1-1 0 16,-5 0-1-16,-2 0 0 0,1 2 0 31,-2-1-1-31,2 3 0 16,2-2-7-16,1 3-36 16,-4 0-31-16,6 0-73 15,-5 0-260-15</inkml:trace>
  <inkml:trace contextRef="#ctx0" brushRef="#br1" timeOffset="-130952.99">20004 11287 205 0,'0'0'47'0,"0"0"-28"0,0 0 30 15,0 0 41 1,0 0-41-16,0 0-30 15,0 0-3-15,-25-6 8 0,23 6 16 0,0 0-6 32,0 0-16-32,2 0-8 0,0 0-10 15,13 0-5-15,28 0 5 16,14 0 16 0,19 0 16-16,10 0-26 0,6 0-6 15,1-4 11-15,-9-1-3 16,-12-4-2-16,-20 6 0 15,-23-2-4-15,-11 3 3 16,-16 2-1-16,0 0-4 16,0-2 4-16,0 2 17 15,-4 0-10-15,-4 0-4 0,4 0-7 16,0 0-1-16,4 0-134 16,-2 0-171-16</inkml:trace>
  <inkml:trace contextRef="#ctx0" brushRef="#br1" timeOffset="-130420.01">20594 11071 473 0,'0'0'46'0,"0"0"28"0,0 0 54 15,0 0-63-15,0 0-34 16,0 0-21-16,-11-7-2 15,11 7-5-15,0 0-1 16,9 5 0 0,14 11 0-16,8 6-2 15,6 0 1-15,6 2-1 16,-1-2 0-16,-8-6 0 0,-10-4 3 16,-10-1-3-16,-7-8-6 15,-7 1 4-15,0 1 2 16,0-5 2-1,0 3 3-15,-7 1 0 0,-4 1-3 16,0-3 1-16,-1 7 1 0,-3 2-4 16,-3 4 1-1,-2 6 0-15,-7 4 0 0,-2 5 0 16,0 2 0-16,3 3-1 16,3 1-2-16,10 0 0 15,4-8-232-15</inkml:trace>
  <inkml:trace contextRef="#ctx0" brushRef="#br1" timeOffset="-126554.68">26209 11105 161 0,'0'0'90'0,"0"0"-77"0,0 0-7 16,0 0 19-16,0 0 38 16,0 0-34-16,0 0-27 15,0 0 17-15,0-38 32 0,-8 30-22 16,-1 0-6-16,-3 0 5 16,0 2-9-16,-1-1 5 15,-6 4-11-15,-1 1-8 16,-2 2-2-16,0 0 8 15,-5 0-11-15,2 0 4 0,1 0-4 16,2 5 2-16,2 6 5 16,1 3-7-16,4 6 0 15,1 4-3-15,6 4 2 16,1 2 0-16,7 0 0 16,0 0-3-16,2-4 4 15,21-2 0 1,4-6-3-16,0-2-3 15,1-3-1-15,-1-8 3 16,-5-5-3-16,1 0 7 16,-8 0 3-16,1-1-3 0,-5-13 3 15,-3-3 4-15,2 2-1 16,-8 0-2-16,0 4 3 16,-2-4 11-16,0 1-3 15,2 2 4-15,-2 1-1 0,0 4 16 16,0 2 7-16,3 3-12 15,-3 2-12-15,2-3-9 16,0 3-1-16,-2 0-3 16,0 0-4-16,0 0 0 15,0 0-2-15,0 0 2 0,0 8 0 32,0 8 2-32,-2 6-2 15,-7 2 1-15,-3 4 2 16,1 4-1-16,5 3 2 15,-3 1 0-15,2 4 5 0,0-4-2 16,3 0-1-16,0-3-2 16,2-1-1-16,2-11-3 15,0-3 2-15,0-11-3 0,0-4 1 16,0-1-2 0,0-2 1-16,0 0 1 0,6 0-6 15,5-12-87-15,1-2-341 16</inkml:trace>
  <inkml:trace contextRef="#ctx0" brushRef="#br1" timeOffset="-126081.94">26209 11492 94 0,'0'0'447'0,"0"0"-413"0,0 0 7 15,0 0 68-15,0 0-55 16,0 0-38 0,106-80-5-16,-81 75 11 0,-4 3-11 15,2 2 4-15,-3 0-15 16,-7 0-1-16,-1 21-1 15,-10 9 4-15,-2 6 1 16,0 2 0-16,-16-2 2 0,-11-1 0 16,-4-1-2-16,-5-7 0 15,1-3-1 1,6-5 11-16,6-10-1 16,10-5 1-16,7-1-1 15,4-3 0-15,2 0 15 16,0 0 1-16,0 0-10 15,0 0-18-15,15 0 0 16,5-3 2-16,7-1-2 16,4 0 1-16,0 2-1 0,3 2-1 15,-3 0 0-15,-2 0 0 16,-4 0-18-16,-4 0-115 16,-3 0-124-16,0 0-154 15</inkml:trace>
  <inkml:trace contextRef="#ctx0" brushRef="#br1" timeOffset="-124325.69">26395 10986 81 0,'0'0'89'15,"0"0"2"-15,0 0 18 16,0 0-30-16,0 0-32 15,0 0-21-15,-47-56 4 16,36 51-1-16,-3 1-10 16,-3 0-12-16,-1 1-4 0,-2 1 1 15,4-1-3-15,-2 0 4 16,3 3-5-16,-1-2 1 16,-1 2-1-16,-1 0 1 15,-1 0 0-15,4 0 0 16,1 0 4-16,-1 0-5 15,2 0 1-15,4 0-1 0,0 0 0 16,0 0 0-16,-2 0 0 16,-2 8 0-16,-1 1-1 0,-1-2 1 15,4 1 0 1,-1 0 1-16,1-2-1 16,3 2-3-16,-2 2 3 15,4-2 1-15,-1 1 0 16,1 0-1-16,-4 1 1 15,-3 1 0-15,1-1 3 16,2 2 5-16,-1-1-2 16,-1 5-5-16,-1-4-2 15,2 5 7-15,2-3 2 16,-2 4-5-16,4-1 1 16,0-2-5-16,5 1 7 0,2-2 7 15,0 0-7-15,0 0 3 16,0 4 11-16,0 0-9 15,0 4-4-15,0-2 6 16,0 2 4-16,0-2-7 16,0 3-6-16,-5-3 1 15,3 2 0 1,0-4-2-16,0 0-1 16,2 0-1-16,0-1 1 15,0 0-2-15,0-3 0 0,0 1 6 16,0 0-2-16,0-4-2 15,0 6-2-15,0-2 2 16,2 0 0-16,5-1-3 16,2 4 4-16,0-2 3 0,-1 0-2 31,4 1 0-31,1-2-4 0,-2-1-1 16,1-2 0-16,-1 1 0 15,1-1 3-15,0-2 0 16,1 1-2-16,3 2 1 0,-1-4 0 15,6 2-2 1,1-4 0-16,-2 0 0 16,0 0 7-16,1-3-4 15,-2-1 2-15,-1 1-4 16,0-1 0-16,2 0-1 16,0-1 2-16,3-2-8 0,-2 0 14 15,6 0-16-15,4 0 10 16,1 0-2-16,-1 0 4 15,-2 0 2-15,-5 0-4 0,-1 0-2 16,-6 0 2-16,-1 0-2 16,-1 0 1-16,2-2-1 15,1-1 2-15,-1 0-2 16,3-1 1-16,-2 1 1 16,0-2-1-16,2 1 2 0,-2-2-2 15,0-2-1-15,-3 0 2 16,-1-1 0-16,-3 0 3 15,-1 0-2-15,2-1-1 16,-3-1 3-16,3-1-4 16,-2-1-1-16,-1-3 0 15,3 0 1 1,-4 0-2-16,-1 0 2 16,-1 1-1-16,1-4 4 15,0-3-3-15,0-2 3 0,-1-4-3 16,-1-4 2-16,-1 0-3 15,1-2 4-15,-3-1-7 16,-2 4 5-16,0 1-2 16,0 3 4-16,0 4-3 0,0 0 1 15,0 5-2-15,0 1 1 16,0 0-1-16,0 1 1 16,-4 0-1-16,-1-2 1 15,-2 2-1-15,1-3 1 16,-1 2-1-16,-2 3 0 15,0-1 0 1,0 3 0-16,1 1-1 16,-2-1 1-16,2 0 1 15,1 1-1-15,-3 2 1 16,0-3-1-16,1 4 0 16,-3-2 2-16,1 0-1 15,1 3-1-15,-4-1-1 16,-1 2-2-16,-1 2 3 0,-2-1 1 15,0-2-1-15,3 1 0 16,-3 2 0-16,2 0-1 0,-2 2 1 16,-2 2-1-16,3 0-2 15,-4 0-3-15,1 0-30 16,3 5-91-16,-2 0-142 16</inkml:trace>
  <inkml:trace contextRef="#ctx0" brushRef="#br1" timeOffset="-119232.23">31108 10964 61 0,'0'0'90'16,"0"0"-46"-16,0 0 43 15,0 0 3-15,0 0-36 0,0 0-21 16,0 0 3-16,4 0 3 15,-4 0-7-15,0-4-6 16,0 2 6-16,0 1 3 16,0-1-6-16,0 0 1 15,0-1-15-15,0 1-7 16,0 0-4-16,0-1-2 0,-4-1-1 16,-8 0-1-16,3-1 7 15,-2 1-6-15,2 0 0 0,0 0 2 16,-2 3-1-1,-5-4 1-15,1 5-3 0,-3 0 2 32,1 0-1-32,-1 0 0 15,1 0 1-15,2 10-1 0,-1 7-1 16,5 2-5 0,3 6 5-16,1-2-7 0,7 1 3 15,0-2 2-15,0-3-3 16,0-3-2-16,7-4 7 15,6-4-4-15,5-5 0 16,1-3 8-16,2 0 0 0,-3 0 0 16,-1 0-2-16,-1-7 4 15,-1-6-4-15,-1 1 9 16,-3-2-11-16,-4 1 4 16,-2 1-10-16,-1 0 6 15,-2 0 0-15,1 3 11 16,-3 4-3-1,2 1-1-15,-2 4 2 16,0 0 3-16,0 0-2 16,0 0-1-16,0 0-4 0,0 0-2 15,0 0-3 1,0 14-6-16,0 12 6 0,-7 4 3 16,-4 6 0-16,2 0-2 15,0 2 5-15,5 0-4 0,-1-2 3 16,2-3-4-16,-1-3 2 15,0-1-3-15,0-4 0 16,4-3 2-16,0-7-7 16,0-1 5-16,0-6-4 15,0-3-134-15,6-5-294 16</inkml:trace>
  <inkml:trace contextRef="#ctx0" brushRef="#br1" timeOffset="-118715.56">31255 11247 34 0,'0'0'447'0,"0"0"-407"0,0 0-14 16,0 0 70-16,0 0-44 15,0 0-52-15,2-1-2 16,-2 4-3 0,0 15 5-16,0 7 4 15,-10-2 11-15,2 1 3 0,-3 1-4 16,5-3-4-16,2-3-2 16,4-2-7-16,0-3-1 15,0-4 0-15,14-2-3 16,1-2 3-1,2-6 25-15,-2 0-24 16,3 0 12-16,-2-14-7 0,-1-9 0 16,-4 1-2-16,-6 2 0 15,-3 3-4-15,-2 8 0 16,0 5 7-16,0 0 17 16,0 4 13-16,0 0-19 15,0 0-18-15,0 3-8 16,0 15 4-16,0 6 4 15,0 6 0-15,-2 2 2 0,2 4-1 16,0 3-1-16,0-2 2 16,0-2-4-16,0-1 3 15,0-7-3-15,0-7-35 16,0-9-346-16</inkml:trace>
  <inkml:trace contextRef="#ctx0" brushRef="#br1" timeOffset="-117150.69">31247 10851 63 0,'0'0'62'0,"0"0"7"16,0 0 11-16,0 0 27 0,0 0-19 16,0 0-23-16,-54-55-4 15,48 52-31-15,-2-4-11 32,-1 1 3-32,-3 0-2 0,-1 0-6 15,0-1-7-15,-3 4 1 16,1-1-6-16,-3-1 0 15,0 5 0-15,-2 0 0 16,2 0-2-16,-5 0 1 16,6 0-1-16,-1 0 2 15,1 0-2-15,3 0 1 0,-1 0-1 16,-1 0 3 0,3 3-3-16,-3 3 0 0,3 0-1 15,1-2-1 1,1 0 4-16,0 0-4 15,4 2 1-15,-2 2 1 0,3 0-1 16,-1-1 1-16,-2 6-1 0,0-1 2 16,0 2 0-16,1 5-1 15,-4-2 0-15,1 3 0 0,-1 2 5 16,2 0 1-16,1-2-2 16,3 5-1-16,0-6 5 15,2 3 2-15,0 3 5 31,4-2-11-31,0 2 4 0,0 1 0 16,0-2-7-16,0 3 7 16,0-2 2-16,0 1-2 15,0-2 1-15,0 0-2 16,0-2-1-16,0 0-1 16,0 1 1-16,2-5-2 15,2-1-2-15,0 2 0 0,2-1 1 16,0 0-1-16,1-3-1 15,-1-1-1-15,4 3 0 16,1-2 0-16,-1-2 2 16,6 0-7-16,0 4 10 15,0-2 4-15,4-1-9 16,-1 1 0 0,4-1 20-16,-3 1-17 15,-2-4-2-15,0 1 3 16,1 0-4-16,4 0-1 15,2-4 1-15,1 0 0 0,1 0 1 16,2 1-10-16,0-2 18 16,0-2-9-16,0 0 1 15,-1-3 5-15,5 0-5 0,-5 1-1 16,-2-3-2-16,-1 0 2 16,0 0 0-16,0 0 4 15,-4-3-3-15,4-11 5 16,-5 0 3-16,3-1-7 15,2-6 5-15,-4-1-1 16,2-5-1-16,-3 2 6 0,-5-1-9 16,-1-1 19-1,-3 1-16-15,-3 1-3 16,2-3 8-16,1 2-8 0,-5-2-2 16,5-1 9-16,-1 5-8 15,-2 1-2-15,-1 5 2 16,-3-3 0-1,1 3-1-15,-5 0-8 16,0 0 8-16,0-2 4 16,0 1 1-16,0 2 3 15,0-1-6-15,-7 0 1 0,-2-1-3 16,1 2 0-16,-4 2 3 16,3 4 1-16,1-1-4 15,-4 0 2-15,3-2-2 0,1 0 0 16,-3-2 1-16,-1 0 1 15,-3-3-2 1,-1 3 0-16,1 0 0 0,-3 5 0 16,-3 0-1-16,6 3 1 15,-1 0 0-15,1 2-1 16,3 0-1 0,1 2 2-16,-2 0-1 15,0 2 1-15,-5-2-2 16,-4 1-6-16,-3 3-13 15,-2 0-63-15,-2 0-31 16,0 0-102-16,4 0-185 16</inkml:trace>
  <inkml:trace contextRef="#ctx0" brushRef="#br1" timeOffset="-113171.72">26147 10672 23 0,'0'0'150'0,"0"0"-125"16,0 0 44-16,0 0 40 16,0 0-56-16,0 0-8 15,-13 0-5-15,13 0-5 16,-2 0-8 0,-4 0-7-16,-2 0-9 15,-1 0-3-15,1 0-7 0,-4 0 10 16,-1 0-11-1,0 0 9-15,-3 0-3 0,5 0 0 16,0 2 1-16,2 0-2 16,2-1-2-16,-1 2-1 15,-4-1-2-15,-1 2 1 0,-1-1 0 16,-3 4 5-16,-6 0-6 16,-3 0 0-16,-3-2 0 15,-1 2 4-15,6-1-4 16,4-2 0-16,4 2 0 15,6-4 0-15,3 2 2 16,2-1-2 0,0 2 0-16,-1-1 0 15,-1 1 0-15,3 2 0 16,-3-1-2-16,-2 2 2 16,0-2 1-16,-1-1-1 15,-2 2 4-15,1-2-1 0,-1 2-1 16,4 0 5-16,-1 0 3 15,5 1 3-15,-4 0-11 16,2 1 2-16,-1 0 7 0,1 2-11 16,-3-2 6-16,2 3 1 15,-2 2 15-15,1 2-7 16,0 1-1-16,-1-1-9 16,3 1 0-16,-3 1 8 15,0-2-3-15,4-1 1 0,-1 1-5 31,2-1-1-31,-3 2 1 16,0 1 1-16,-2 0 7 16,1-1-11-16,1 4 0 15,-3 1 5-15,4-2-3 16,2 0-2-16,-1 1 1 16,3-4 2-16,2 0-1 0,0 0 2 0,0-1-2 15,0 5 5-15,-2-3-1 16,0 0-5-16,0 0 0 15,-1 0-3-15,3 0 3 0,0-3 2 16,0 2-3-16,0 1-2 16,0 0 1-16,0 0 4 15,0-2 0-15,0-2-4 16,0 0 3-16,0 0-2 16,0 2-1-16,3-2-2 15,1 0 5-15,0 2-3 16,1-3-1-1,-1 2 0-15,2-3 1 16,2-1 5-16,-2-2-2 16,-1 2 0-16,1 0-1 15,-2 4-2-15,1-3-1 16,2-3 0-16,-2 0 3 16,1-1-3-16,5 0-1 15,-2 2 0-15,2-3 4 0,0 1-3 16,1 1 2-16,-1 0-2 15,2 2 5-15,-2-2-4 16,0 0-1-16,1-1-1 16,1 0 1-16,-5 0-1 0,4 0 1 15,-3 0-1-15,2-2 1 16,0 2-1-16,2-4 0 16,1 2-6-16,-1 0 6 15,-1-1 1 1,-1 1 0-16,-1-3 0 15,2 1 4-15,-1 0-6 16,2-1 1-16,3 0 0 16,2 1 0-16,2 1 0 15,2-2 0-15,-1 1 0 16,-2 0 0-16,-1-1 1 16,-3 3 0-16,-1-5 2 0,-1 1-2 15,-1 0 0-15,-1 0 1 16,-3 0-2-16,2 1 0 0,1-1 0 15,0-2-1 1,5 0-3-16,-1 0 4 0,3 0 2 16,-1 1 2-16,-1-1-4 15,-3 0 1-15,1 0-2 16,-3 0 2-16,1 0 0 16,-4 0-1-16,5 0 0 0,1 0-1 15,-1 0 2-15,3 0-2 16,2 0 1-16,0 0 0 15,2 0 2-15,0 0-2 16,-2 0-1 0,-3 0 0-16,1 0 1 15,-1-1 1-15,-1-1-1 16,-1-1 1-16,1 3-1 0,-3-2 0 16,3 0 1-16,1 2 0 15,-2-2 0-15,1-1 1 16,-1-3-2-16,3 3 1 15,-3-3-1-15,5 1 0 16,-5 0-3-16,3-2 1 16,-5 7 2-16,-3-3 0 0,2 1 1 15,-2 0 0-15,1 0 1 16,1 0-2-16,0 0 0 16,1 1-2-16,3-2 4 31,1-1-2-31,1 2 0 0,-1-4 0 15,2 2 2-15,-5-2-2 16,2 2 0-16,-3 1 2 16,-2 0-2-16,3 1 0 15,-6 0 0-15,3-3 2 16,0-2-4-16,2 3 2 16,-2-2 0-16,0 0 4 0,-2 0-3 15,-1 0-1-15,1 0 0 0,-3-1 0 16,1 4 0-16,-2-4 1 15,-1 3-1-15,0-1 2 16,0-1-2-16,0-2 1 16,2 0 1-16,1-5 0 31,1 3-2-31,2-1 0 0,-2-1 0 16,3 1 3-16,-3 0-1 15,0-3-2-15,-2 1-2 0,-2 4 2 16,2-4 0-1,-1 1 1-15,-1-2 0 0,0-1 0 16,2 0 0 0,3-1-1-16,-2 0 0 0,-1 0 3 15,1 2-1-15,-3-2-2 16,0 4 2-16,0 1-2 16,-2-1 11-16,2-1 0 0,-2 1-2 15,2 0-2-15,0-2-5 16,1-1 1-16,-3 3 0 15,3 3-1-15,-3-3 3 16,0 4-4-16,0-1 2 16,0 0 3-16,0 0 3 15,0 1-6-15,0-3 1 16,0-2-1-16,0 4-2 16,0-4 1-16,0 0-2 0,0 1 0 31,0 0 2-31,0-2-2 15,0 1 0-15,-6-1 0 16,2 2 1-16,-2-2 1 0,1 1-2 16,-3 1 0-16,0-3 0 15,0 1 0-15,-1-3 0 16,-3 2 0-16,1-2 0 16,3 2 1-16,-4-1-1 0,3 1 2 15,3 3-4-15,0 3 4 16,0-1-2-16,0 1 1 15,1-1-1-15,-1 1 0 16,-3 0 0-16,-2 0 0 16,2-1-1-16,-2-1-1 15,-1 0 4 1,2-2-2-16,1 1 1 16,-1 1-1-16,2 0 0 15,-1 3 0-15,-1 0 0 16,2 0 0-16,-1 0-1 15,3 0 1-15,-6 0 1 16,3 0-1-16,-5 0-1 0,4-2 1 16,-3 1 0-16,-1-3 0 0,-1 5 0 15,1-3 0 1,1 1 0-16,-1 0 0 0,3 3 1 16,3-2-1-16,-4-1-1 15,5 2 1-15,-1 0 1 16,1-2-1-16,0 3 0 15,0-2 0-15,-1-1 0 0,-1 4 0 16,-1-3 0-16,2 1 0 16,-1 0-1-16,-1-1 1 15,2 2 0-15,-3 0 0 16,1 0 0-16,2 1 0 16,-3 0 0-16,-1-2 0 0,4 3 0 31,-3 3-3-31,-1-3 3 15,1 2 1-15,1 0-1 16,0-3-1-16,-1 5 0 16,3-2 1-16,-4 2-3 0,3 0 1 15,1 0-2-15,-6 0 2 16,1 0-5-16,-6 0-8 16,2 9-36-16,-1-3-17 0,3 2 7 15,-3-2-58-15,1-1-180 16</inkml:trace>
  <inkml:trace contextRef="#ctx0" brushRef="#br1" timeOffset="-95905.32">21618 7608 61 0,'0'0'101'16,"0"0"-84"-16,0 0 23 16,0 0 36-16,0 0-1 15,0 0-24-15,0 0-12 16,-23-38 0-16,21 35 8 0,0 3-10 16,0-2-5-16,-3 1-15 15,1 1-10-15,0-3-2 16,-1 2 1-16,0-2-3 0,-1 2 0 15,-3 1 3-15,-2 0-5 32,-3-3 0-32,-3 3 0 15,1 0 5-15,-7 0-6 0,6 0 0 16,-1 0 1-16,1 7 0 16,3 5-1-16,3-1-1 15,1 3 0-15,6 3-1 16,4 1 2-16,0 0-2 0,0 3 2 15,16 2-1-15,7-2 1 16,0 2 0-16,6-3-1 16,-2-6-2-16,2-2 0 15,-6-6 3-15,-6-3 1 16,-3-3-1-16,-3 0 7 16,-2 0 1-16,0-18 17 15,0 4-17-15,-3-5-8 16,-2 1 4-16,2 4 20 0,-2 0-21 31,-2 4-2-31,0 4 4 0,1 0-1 16,-3 3 0-16,0 2-1 15,0 1-3-15,0 0 5 16,0 0-5-16,0 0-13 16,0 0 13-16,0 0 8 15,0 0-3-15,0 0-5 16,0 8 2-16,0 8 3 0,0 8 0 15,-5 4-1-15,1 7-3 16,4 3 6-16,0 1 3 16,0 0-4-16,0-5 3 15,0-3-1-15,0-4-1 16,0-5 4-16,0-8-4 0,0-4-2 16,0-2-1-16,0-4-3 15,0-2 1-15,0-2-2 16,0 0-2-16,4 0-161 15,1 0-373-15</inkml:trace>
  <inkml:trace contextRef="#ctx0" brushRef="#br1" timeOffset="-95605.05">21859 7900 663 0,'0'0'81'16,"0"0"-34"-16,0 0-8 15,0 0-4-15,0 0-26 16,0 0-9-16,0 53 18 0,0-25-11 31,-3-2-3-31,1-1-4 16,2-2 3-16,0-5-3 15,0-1 3-15,0-3-6 16,-4-1-149-16,-3-6-528 0</inkml:trace>
  <inkml:trace contextRef="#ctx0" brushRef="#br1" timeOffset="-93751.06">21867 7427 67 0,'0'0'55'16,"0"0"14"-1,0 0-18-15,0 0 1 16,0 0 7-16,0 0-27 16,-55-12 7-16,46 10 7 15,-2-2 0-15,0 2-8 16,-1 1 2-16,-3-2-10 16,3 3 4-16,-1-3-15 15,0 3-8-15,2 0 0 0,0 0-7 16,-1 0 0-16,-1 0-2 15,-3 0-1-15,3 0 1 16,-3 0 0-16,3 0 1 0,-3 0 1 16,1 3-1-16,-1 1 2 15,3-2 2-15,0 2 1 16,-1-2 5-16,3 0 7 16,2 1-9-16,0-2 5 0,3 3-8 15,-1-2-1-15,0 3-4 16,-2 0 1-16,3 3-2 15,-3-1 1-15,-3 2-3 16,4 1 5-16,-5 2-2 16,-1 0-2-1,-1 0 3-15,1 1-4 16,1-1 3-16,-1-3 2 0,5 3-4 0,3-1 5 16,1-3-3-16,3 2-1 31,-1 0-1-31,3 0 7 15,-4 3-3-15,2 4 6 16,0-1-2-16,-3 4 0 0,-1 1-3 16,1 0 8-16,3 4-10 15,-1-4 0-15,3 4-1 16,0-4-2-16,-2-1 0 0,0-2 0 16,0-2-1-16,0-2 1 15,2 2 2-15,0-2-3 16,0 0 0-1,0 0 1 1,0-2 0-16,0 2-1 0,0-1 1 16,0 1-1-16,0 2 1 15,0-2 1-15,4 2-1 16,0-2-1-16,1 0 2 16,2 0-2-16,-3 0 0 15,3 0 2-15,-1-1-1 0,4-4-2 16,-4 1 1-16,1-3 0 15,1 4 1-15,2-2 0 16,-1-2-1-16,1 3 2 16,2-1-2-16,3 0 3 0,-3 1-3 15,1-4 0-15,-1 2 3 16,-4 0-2-16,1 0-1 16,2-1 0-16,1-2 0 15,-2-3-3-15,6 0 3 16,-1 0 3-1,4-2-1-15,-4 0-1 16,3 0 7-16,2 0-1 16,2 0-1-16,1-2-5 15,-1-5 3-15,-2 0 1 0,0 2-5 16,-2-2 3-16,-1 1-3 16,2-1 4-16,-6 2-4 15,3-1 2-15,-3 0-2 16,3 0 3-16,-1 0-3 15,-1-2 0-15,-1 2 3 16,-2-2-3-16,2 2 2 0,0-2-3 16,3 1 2-16,-3-2 1 15,-1 1-2-15,1-1 0 16,-1-2 1-16,-4-1-1 16,3 3 5-16,-2-4-5 0,-2 3 2 15,0 0-2-15,-1 0 0 31,1 0 2-31,-2 0-2 16,-1-2-6-16,1-1 6 16,-3 4 4-16,2-3-2 15,-2 0 0-15,3 0-2 16,-1-2 3-16,1-1-3 0,-3 2 0 16,1-2 0-16,-3 4 5 15,0-1-1-15,0 0-2 0,0-1 10 16,0 0-11-16,0-2 10 15,0 1-9-15,0-2 4 16,0 0-3-16,0 2 7 16,0-2-3-16,0 4-5 15,0 0-1-15,0 3 4 16,-3 0-5-16,-2-2 6 0,-1 2-1 16,-1-1-3-16,-1 0 1 15,1-2-3-15,0-2 0 16,-2 0 3-1,2-3-3-15,1 2 0 16,-6-2 0-16,6 4 1 16,-5-1-1-16,1 1 0 15,2 4-1-15,-3-1 1 16,1 1-4-16,0 0 4 16,1-1 0-16,-3-1 4 15,1 1-4-15,-2 2 0 0,4 0 0 16,0 4-2-16,3 2 1 15,1 0 0-15,2 2-4 16,-3 0-28-16,-1 0-43 16,-1 0-47-16,-4 0-116 0</inkml:trace>
  <inkml:trace contextRef="#ctx0" brushRef="#br1" timeOffset="-90845.49">26109 7247 204 0,'0'0'64'0,"0"0"-9"0,0 0 30 16,0 0-10-1,0 0-23-15,0 0-19 0,0 0 2 16,7-26-6-16,-7 22-6 15,-4-1-9-15,-5 2-1 32,-2-3-2-32,-1 2 0 15,0 0-5-15,-2 4-4 0,1-3 3 16,-1 3-4-16,-1 0-1 16,-4 0 0-16,0 0-2 15,-4 12 1-15,-1 5 0 16,-1 2 1-16,-2 6 0 15,3 3 0-15,2 0 0 16,6 2-3-16,9-2 1 16,7 0 0-16,0-2-6 15,11-2 4-15,16-6 4 0,6-3 0 16,4-8-9-16,-2-5 9 0,-1-2 0 16,-3 0-4-16,-9-6 3 15,-4-9 2-15,-7-5-1 16,-4 3 5-1,-3-1-5-15,-4 4 8 16,0 2 0-16,0 1 0 16,0 6 4-16,0 1-2 0,0 1-2 15,0 3 6 1,0 0-5-16,0 0-9 0,0 0 0 16,0 0-1-1,0 1-2-15,0 19 3 0,0 6 0 16,0 8 1-16,0 3 2 15,0 3 0-15,2 0 3 16,-2-2-1-16,2-3-3 16,1-3-2-16,1-6 0 15,-2-7-3-15,3-5-9 0,0-14-312 16</inkml:trace>
  <inkml:trace contextRef="#ctx0" brushRef="#br1" timeOffset="-90259.77">26301 7572 112 0,'0'0'47'16,"0"0"-14"-16,0 0 17 0,0 0 4 16,0 0 35-16,0 0-32 15,112-15-57-15,-108 25 4 16,-4 10 11-16,0 4-4 15,0 1-7-15,-4 3 1 16,-14-3-1-16,2-2 2 16,-4 0-6-16,1-9 3 15,0 1-1-15,6-7 0 0,6-5-1 16,5 0 3 0,2-3 2-1,0 0-6-15,5 0-24 0,17 0 18 16,7 0-33-16,2 0-5 15,-4 0-6-15,-5 0 46 16,-7 8-4-16,-5 6 11 16,-8 2-3-16,-2 1 22 15,0 3 6-15,-4-3-12 0,-10-5 4 16,-1-2 15-16,-6-3 6 16,-1-3 15-16,-1-4-2 15,0 0-12-15,0 0-20 16,3 0-14-16,4 0-2 15,5 0-4-15,2 0-4 16,3-3 2 0,3-2-158-16</inkml:trace>
  <inkml:trace contextRef="#ctx0" brushRef="#br1" timeOffset="-88238.02">26188 7048 149 0,'0'0'61'16,"0"0"-14"-16,0 0-29 15,0 0-10-15,0 0 5 16,0 0 0-16,-33-30-10 15,27 30-3-15,2 0 0 16,-5 0 0 0,-4 0 3-16,2 0 1 15,-4 0-4-15,-4 0 7 16,1 0-1-16,1 0-4 16,-1 0 8-16,5 2 1 15,-1-2 5-15,3 2 2 16,2 1-5-16,1 0 6 15,0 3-10-15,-3-3-3 0,1 0-6 16,-2 2 1-16,-3-2 2 16,3 3 2-16,-1 0-5 0,-1 3 3 15,-1 0-1-15,1-1 0 16,1 2 4-16,-3 0 4 16,5 2 2-16,1 2-7 15,0 0 9 1,6 3-7-16,-3 1 3 15,3-2-5-15,-5-2 2 16,0-1 5-16,2 3-11 16,-2 0 6-16,3-2 8 15,-4 3 10-15,-3 1-5 16,0 0-6-16,2-2-4 16,2 2-1-16,3-1-1 0,0 0 0 15,4 3-6-15,0 1 5 16,2-1 4-16,0-1-7 15,0 2-3-15,0-2 4 16,0 2-5-16,0-3 2 0,0 2-2 16,0-3 6-16,0 4-4 15,0 2 1-15,0-2-2 16,0 4 8-16,0 1-4 0,0-1 7 16,0 3-6-16,0-2-1 15,0 0-2-15,0-2 6 16,4-2-4-16,4-2-2 15,-4 1-3-15,0-3 4 16,3 0 11 0,5-2-6-16,-4-1-1 15,3 0-4-15,5-3-2 16,-1-1 3-16,6 2-1 16,-4-1-3-16,-1 0 0 15,-1 0-1-15,3 3 3 16,-2-4-3-16,4 1 0 15,2-2 2-15,1 0-2 0,4-2 0 16,0 1 4-16,-4-2-4 16,4-2 5-16,-2 2-5 0,0-3 0 15,-1-2 4-15,0 2-4 16,-1-4 2-16,4 0-2 16,-3 0 0-16,1 0 0 15,2 0 2 1,-6 0 3-16,0 0-3 15,-3-2 2-15,-5-2-2 16,2 0-1-16,-1 0 0 16,1-2-2-16,-1 2 2 15,-1-3-1-15,7 0 3 0,1-4-2 16,0 0-1-16,2-4 1 16,-3 3 5-16,0-1-4 15,-4 1-2-15,-3-2 1 16,1 4 0-16,-6-1 5 15,3-2-5 1,-3-1 4-16,0 0-5 0,1-2 13 16,0-2-4-16,2 1-3 15,-2 2-1 1,0 1-2-16,0 1 3 0,-3 4-3 16,1-1 2-16,-3-1-1 15,-2-1 3-15,2-2-2 16,0 0 1-16,-2-2-1 0,0 0-1 0,3 2-2 31,-3 0-1-31,2 4 1 16,-2-2 0-16,0 2 1 0,0 0 3 15,-2 0 1-15,0-2-1 16,0-4 4-16,0-1 0 16,0 0-3-16,0-5-6 15,0 3 2-15,0-1-2 16,0 3 0-16,0 3-1 15,-4-1 1-15,-2 1-2 0,-1 4 1 16,3-2 0-16,-4 1 1 16,0-2-1-16,1-1 0 15,-1 2 0-15,0 0 1 0,0-2 0 32,-3 0-1-32,-3 2 0 0,-3-2 0 15,1 2 0 1,0 2 0-16,0 0 0 0,3 1 0 15,2 2 0-15,0-3 1 16,2 4-1-16,3-4 0 16,-4 2 3-16,4 0-1 15,-1-1-1-15,1 0-1 16,-2 1 0-16,2 0 0 16,-1 1 1-16,1 2 0 0,2-4 0 15,-4 4 0-15,4-3 0 16,-3 4 0-16,1-3 3 15,2 6 1-15,1-1-2 16,-2-3 4-16,1 3 0 16,-3-3-3-16,-1 1-2 0,-4 0-2 31,3 0 0-31,-1 2-2 16,-4-3 2-16,3 2 1 15,-5-1-1-15,1 2 0 16,-1 2 0-16,0 0-1 0,3 0-1 15,2 0 1-15,-2 0-4 16,1 0 0-16,-1 6-6 16,-1-1-75-16,1 2-87 0,-1-5-106 15</inkml:trace>
  <inkml:trace contextRef="#ctx0" brushRef="#br1" timeOffset="-64339.93">21198 10654 44 0,'0'0'70'15,"0"0"-30"-15,0 0 34 16,0 0-10-16,0 0-22 15,0 0-14-15,0 0 2 0,0 0 6 16,0 0-11-16,0 0 0 16,0 0 2-16,0 0 14 15,0 0-8-15,0 0-11 16,0 0-1-16,0 0-11 0,0 0 2 16,0 0-6-16,0 0-6 15,0 0 6-15,0 0-3 16,0 0 2-16,0 0-2 15,0 0 4-15,0 0-1 16,0 0-2 0,0 0-2-16,0 0-1 15,-4 0 0-15,2 0 0 16,-2 0 0-16,-1 0-1 16,1 0-1-16,-3 0 1 15,2 0 0-15,-1 0 1 16,-3 0-2-16,1 0 1 15,-4 0 0-15,3 0 1 0,1 0-1 16,-2 0 2-16,3 0-1 16,1 1-1-16,2 4-1 15,-1-3 1-15,0 0 0 0,3-2 0 16,-2 0 0-16,1 2 1 16,-1-2-1-16,0 2 1 15,-1-1-1-15,-4 2 0 0,2 1 0 16,1 0 0-16,-1 0 1 15,3 1-2-15,1-5 2 32,1 3-2-32,2-1 1 15,-2 0-4-15,0 0 2 16,-3 1 2-16,3-1 0 16,0 1 1-16,-2 3-1 0,-1-3 0 15,1 4 0-15,-4-3 0 16,2 0 7-16,0 1-7 15,-1 0-1-15,-5 2 1 16,-1 0 4-16,-3 0-3 16,3 2 5-16,5-1 5 15,0-2-1-15,6 0-6 0,0 0 3 16,2 3-6-16,0-4-1 16,0 3 1-16,0-2 0 15,0 2 3-15,0 0 3 0,0 0-6 16,0 0 1-16,-2 0 5 15,-3 0-1-15,3 2-2 16,-2-2 0 0,2 1 1-16,2-2-2 15,0 4 0-15,0 0 1 16,0 0 2-16,0 0-5 16,0 1 5-16,0 1-6 15,0-2 5-15,0 2-5 16,0 1 8-16,-2-2 1 15,0-2-7-15,2-2 4 0,0 1-4 16,0 3-1-16,-4-3 0 16,0-1 3-16,-2 1-1 15,1 0 5-15,1-1-7 16,0-2 0-16,-1 3 0 16,0-4 2-16,3 3-3 15,0 2 0 1,0 0 3-16,2 3-3 15,-5-6 1-15,3 3-1 0,0-2 0 16,2 2 3-16,0-2-3 16,0 0 0-16,0-1-2 15,-2 0 4-15,0-1-2 16,2 2 7-16,-3 0-6 16,3-2 0-16,-2 2 1 0,-1-2 0 15,-1 3 0-15,2 3 0 16,0-4 7-16,-1 2-5 15,3-3-4-15,0 2 3 16,-2 4-1-16,0 2-1 16,-2 0 2-16,-1 2 29 15,3-3-26-15,0-2 1 0,-1 4-6 16,-1-4 6-16,2 0-7 16,2-3 0-16,-3 0 2 15,3-1 0-15,-2 2-2 16,2 0 7-16,0-2-5 0,0 2-2 15,0 0 6-15,0 0-4 32,0 0-1-32,0 0 2 15,0-1 1-15,0 0-4 0,0 2 0 16,0-2 2-16,0-1-2 16,0 0 0-16,0 4 2 15,0 0-2-15,0 2 0 16,0 1 11-16,0-3-9 15,0-1-1-15,0-1 6 0,5 0-5 16,-1 2-2-16,1-4-1 16,-1 2 1-16,1-2 1 15,-3 0 0-15,2-1 0 16,3-2 4-16,-1 2-5 16,2-2 0-16,-4 4 0 15,0-4 1 1,1 2-1-16,-3 1 4 15,2-5 0-15,-2 6-5 16,1-5 1-16,2 2 0 16,-3 0 0-16,2-3 1 15,3 6 1-15,-1-3 0 0,2 2 1 16,0 1-3-16,1 0 5 16,-3-1-4-16,2-2 0 15,0 0-1-15,1 2 1 0,0 1 0 16,0-2 1-16,2 1-2 15,-5-2 0-15,4-1 2 16,-1 2-1-16,-1-1 0 16,-1 2 0-16,2-2-1 15,-2 2 2 1,-1 1-2-16,3 2 2 0,-2 0-2 16,2-2 1-16,-5-1 1 15,3-1-2-15,0 0 0 16,-2-1 0-16,3 2 0 15,-1-2 1-15,2-3-1 16,2-1 0-16,0 1 0 16,3-3 1-16,-3 4 5 15,-1-2-5-15,0 3 0 16,-4-2 0-16,5 3-1 16,1 2 0-16,-1-1 0 15,0 1 0-15,0-3 0 0,-2 0 1 16,0-4-1-16,5 4 0 15,-2-5 0-15,5 0 1 0,0 0 0 16,3 0 1-16,-2 0-2 16,0 0 2-16,-2 0 0 15,1 0-2-15,-1 0 0 16,1 0 0-16,2 0 0 16,-1 0 1-16,-5 0-1 15,0 0 0 1,-4 0 0-16,0 0 1 15,2 0-2-15,1 0 1 16,-2-2 0-16,4-2 0 16,-1-1-1-16,8 2 1 15,0-3 0-15,2 2 1 16,1 0-1-16,-1 0 2 16,-8 1-2-16,1 2 0 0,-5-2 0 15,-2 3 1 1,-2-2-2-16,-1 2 1 15,-3 0 0-15,3 0 0 0,3 0 0 16,0 0 0-16,2 0 1 16,-2 0-1-16,3-2 0 15,0 2 0-15,2 0 0 16,-3 0 0-16,0 0 0 16,-4 0-1-16,-2 0 1 15,-3 0 0-15,2 0-1 16,1 0 1-16,-1 0 0 15,0 0 0-15,1 0 1 16,0 0-2-16,-1 0 1 16,3 0-1-16,1 0 1 0,6 0 0 15,1 0-1-15,1 0 0 16,-3 0-4-16,-3 0 5 16,-4-2 0-16,-1 1 2 15,1-1-2-15,-2 0 4 0,1-3-3 16,2 3-1-1,0-1-2-15,1-4-2 0,1 5 4 16,1-2 0-16,-2 3 3 16,-1-2-3-16,-3-1 0 0,1-2 4 15,2 2-3-15,-3-2 1 16,5 0-2-16,-3-2 1 16,2 1-1-16,-2-2 0 15,1 1 0 1,-1 0 2-16,1-1-2 15,-2 4 1-15,-1-1-1 16,0 3 0-16,1-2 1 16,-1-1 0-16,-2-1 1 15,0 4-1-15,0-3 0 16,2 1 0-16,2-2 0 16,-2-3-1-16,5 2 0 15,1 1 0-15,-6-2 1 16,5 1 0-16,-3-1 0 0,-2 0-1 0,-1 1 1 31,4-1-1-31,-5-3 0 16,5 3 0-16,-1-2 1 0,-2-1 0 15,6 3-1 1,-4-1 0-16,3-2 0 0,0 2 0 16,-2-3 2-1,0 2-1-15,-1 0 0 0,-2-1 5 16,1 3-2-16,-1-3 1 15,-1-2 0-15,2-3-1 16,-3 2-1-16,0-4-2 0,2 4-1 16,0-2 0-16,-1-1 1 15,1 4 0-15,0 0 0 16,-1 2 0-16,0-3-1 16,-1 2 1-16,2-3 2 15,-2-4-3-15,2 2 0 16,1-1 0-16,-3 5 0 15,0 5 1-15,0-1 0 0,-2 4 0 16,3-2 0-16,0-1 1 16,-3 1 0-16,0 0-1 15,0-2 1-15,0 1 0 16,0-2-2-16,0 1 1 0,0 0 2 16,2-1-2-16,0-4 0 31,0 3 1-31,-2-2-2 0,0 2 1 15,2 0 0 1,-2 2 2-16,0 2-3 0,0 1 2 16,0-2 2-16,0 1-3 15,0 0-1-15,0-1 1 16,0 2 0-16,0 2-1 16,-2-4 0-16,0 5 2 0,2-3-1 15,-2 2-1-15,2-2 1 16,-2 4-1-16,-4-1 0 15,2-3 1-15,0 4-1 16,-1-1-1-16,3-1 0 16,-2 2 1-16,2-1 0 15,-6 0-1 1,2-2 1-16,1 2 0 16,-1-4 1-16,0 2 0 15,-2-2-1-15,2 2 0 0,-1 0 0 16,1-2 0-16,-1 0 1 15,0 1-2-15,-2-2 2 16,0 1-2-16,-2-3 0 16,-2 1 1-16,-3 1 0 0,1-4 3 15,-2 3-3-15,5 1 0 16,1-4-3-16,-1 5 7 16,1-2-5-16,3 0 1 15,-2 2 0-15,6 3 2 16,-1-4 4-16,1 4-5 15,0 0 0-15,-1 2 0 0,0-3 0 16,-1-1 1-16,3 1-1 16,-1-1-1-16,-2 0 0 15,1-1 3-15,-4 0-3 16,2-1 0-16,1 2-3 31,-1 0 3-31,0-5 5 0,3 5-5 16,-1 1 0-16,3-2 0 15,-2 3 0-15,2-4 0 16,-3 3 0-16,3 1 0 0,0 0-1 16,2 3-2-16,-3 0 6 15,3-1-2 1,0 3-1-16,-4-3 0 16,4-1 0-16,-5 0 1 0,1 1 0 0,-3-3-1 15,3 3-1-15,-3-1 1 16,0-1 0-16,1 3 0 15,-3-1 0-15,0 1 0 16,2 0 0-16,1 0 0 16,-1 2 0-16,3 0 0 15,-2-3 0 1,0 3 0-16,0 0 0 16,-1-3 0-16,-2 1 1 15,2-2-1-15,-2 1 0 16,1 2 0-16,-2-1-1 15,-1 0 2-15,1-1-1 16,-4 3 0-16,1-1 0 0,-1 1 0 16,3-2 0-16,0 2-2 0,4 0 2 15,2 0 2 1,1 0-2-16,2 0 0 0,0 0-2 16,-3 0 2-16,1 0 2 31,-3 0-2-31,-2 0 0 0,0 0 0 15,-1 0 0-15,0-2 1 16,-1 2-1-16,0-2 0 16,2 2 0-16,0 0 0 15,3-2 0-15,0 2-1 16,4 0 1-16,0 0 0 16,0 0 0-16,0 0 0 15,0 0 0-15,-5 0 0 16,3 0 0-16,-3-3 1 0,2 3 0 15,-3-2 0-15,1 1-2 16,-2 1 2-16,0-2-3 16,2 0 2-16,3 0 0 0,0 2 0 15,-1-3 0-15,1 3 0 16,-3 0 1-16,0-2-1 16,-1 2-1-16,-2-1 1 0,-1 1 0 15,0 0 0-15,5 0 0 16,-2-2 0-16,4 2 0 15,0 0 0-15,-1 0-1 16,-1 0 1-16,2 0 0 16,-6 0 0-16,1 0 1 15,-1 0-2 1,-2 0 1-16,3 0 0 16,1 0 0-16,-4 0 0 15,3 0 0-15,1 0 0 16,-2 0 0-16,4 0 0 15,-1 0 0-15,3 0 0 0,-1 0-1 0,3 0 0 32,-1 0 1-32,1 0-1 0,-2 0 1 15,-1 0 0-15,1 0 0 16,0 0 1-16,-3 0 0 16,-2 0 1-16,0-2-2 0,-2 2-1 15,-1 0 1-15,6 0 0 16,-3 0 0-16,7 0-1 31,0 0 1-31,2 0-1 0,0 0-3 16,0 0-1-16,0 0 0 15,0 0-3-15,0 10-45 16,0-1-48-16,7-2-67 16,1-5-412-16</inkml:trace>
  <inkml:trace contextRef="#ctx0" brushRef="#br1" timeOffset="-54381.76">6905 6486 317 0,'0'0'74'0,"0"0"-48"16,0 0 31-16,0 0 5 15,0 0-18-15,0 0-8 0,0 0-14 16,0 0 10-16,0-17-5 15,0 17-10-15,-2 0-2 16,-3 0-10-16,-1 0-2 16,0 2 1-16,-3 8-1 0,-1 2-2 15,0 2-1-15,-4 2 1 32,-2 4-1-32,-2 2 1 15,-3 5 1-15,-4 5 3 16,0-3-5-16,3-3 1 0,4-3-1 15,9-8 0-15,5-4-1 16,4-4-15-16,0-2-112 16,0-5-155-16</inkml:trace>
  <inkml:trace contextRef="#ctx0" brushRef="#br1" timeOffset="-54017.51">6624 6485 385 0,'0'0'116'0,"0"0"-37"0,0 0 51 16,0 0-36-16,0 0-45 15,0 0-38-15,16-14-7 16,4 29 0-16,7 7 12 16,0 2 5-16,-1 3-9 15,1 1 4-15,0-2-13 0,-2 2 2 16,-4-2-4-16,0-4-2 15,-3-3-5-15,-7-10-246 16,-7-6-397-16</inkml:trace>
  <inkml:trace contextRef="#ctx0" brushRef="#br1" timeOffset="-53732.65">6696 6474 346 0,'0'0'139'16,"0"0"-77"-16,0 0 70 16,0 0-44-16,0 0-54 15,0 0-25-15,2 12 9 16,9 15 4-16,0 3-7 15,1 5-2-15,-1 2-9 0,-3 1-2 16,4-2 0-16,-1-1-2 16,-5-7-7-16,0-9-238 15,-6-8-379-15</inkml:trace>
  <inkml:trace contextRef="#ctx0" brushRef="#br1" timeOffset="-53495.7">6580 6583 410 0,'0'0'62'16,"0"0"-60"-16,0 0 83 15,0 0-14-15,134-22-27 0,-76 12-44 16,2-4 19-16,-2 2-17 16,-9 2-4-16,-9 2-63 15,-13-2-434-15</inkml:trace>
  <inkml:trace contextRef="#ctx0" brushRef="#br1" timeOffset="-51315.95">6811 10798 13 0,'0'0'32'0,"0"0"-27"15,0 0-5-15,0 0-2 0,0 0-7 16,0 0 4-16,0 0 5 31,16 0-6-31,-9 0-4 16,-1-2 10-16,0-1 18 0,0-2 0 0,-1 3-12 15,-3 0 8-15,-2 2 13 16,0 0 31 0,0 0-19-16,0 0 55 15,0 0-31-15,0 0-28 16,-7 0-23-16,1 0 3 15,-6 0 16-15,3 9-11 0,-5 5-2 16,1 7-4 0,1 2 0-16,-2 4-2 0,1 4-3 15,1-1-5-15,1-1 3 16,-5 4-7 0,-3 1 0-16,-2-5 0 0,8-8-22 15,8-13-429-15</inkml:trace>
  <inkml:trace contextRef="#ctx0" brushRef="#br1" timeOffset="-51014.95">6609 10814 325 0,'0'0'99'0,"0"0"-15"15,0 0 5 1,0 0-13-16,0 0-28 0,0 0-33 0,40-14-3 31,-4 24 7-31,4 10-9 0,-2 6-3 0,0 0-3 0,-3 2-1 31,-2 1-2-31,-4-6-1 0,-8-2-17 16,-8-11-376-16</inkml:trace>
  <inkml:trace contextRef="#ctx0" brushRef="#br1" timeOffset="-50798.56">6718 10760 384 0,'0'0'81'16,"0"0"3"-16,0 0 2 15,0 0-31-15,0 0-34 0,0 0-18 16,-9 20 5-16,11 12 8 16,7 4 1-16,1 6-10 15,0 0-4-15,-1 1-3 0,3-3 0 16,-1-11-216-16</inkml:trace>
  <inkml:trace contextRef="#ctx0" brushRef="#br1" timeOffset="-50582.67">6593 10972 440 0,'0'0'41'16,"0"0"-19"-16,0 0 7 16,147-33 11-16,-86 19-31 15,3 1 3-15,-2 5-12 16,-12 3-10-16,-15-2-425 16</inkml:trace>
  <inkml:trace contextRef="#ctx0" brushRef="#br1" timeOffset="-36184.09">22278 10502 233 0,'0'0'50'0,"0"0"-21"16,0 0 37-16,0 0 6 16,0 0-26-16,0 0-3 15,0 0-8-15,0 0 14 16,-25-3 14-16,21 1-18 15,-3 2-26-15,5-2-5 16,-3 2-10 0,3 0 3-16,2-2-3 15,0 2-3-15,0 0 5 16,0 0-3-16,0-3-3 16,0 3 4-16,0 0-4 15,0 0 0-15,0 0-1 0,0-1-6 16,0-3-7-16,0 0 14 15,0-4 25-15,9-1-16 16,0-2-8-16,4-1 1 16,-1 1 1-16,-4 2-1 0,3-1-3 15,-1 2 2-15,-4 0-1 16,3-2 4-16,0-3-4 16,4 1-3-16,0-1 3 15,5-6 2 1,3 5 1-16,0-6-5 15,4 1 2-15,4 0-1 16,2-4-4-16,3-3-4 16,-1 4 1-16,-2-4 2 15,-4 3-6-15,-4 4 12 16,-5-2 2-16,-3 1 0 16,3 0 1-16,5-2 0 0,3-1-2 15,7-3-1-15,3 1 0 16,4-1 0-16,-2 2 1 15,-3 0 0-15,0 2 1 16,-4 0-1-16,-3-2 1 0,1-1 0 16,0-1-1-16,0 1 3 15,4-3-1-15,4-1-1 16,1 0 0-16,3-5-1 0,5 2 0 16,0 1 1-16,-3 3-1 15,-3 3 2-15,-3-2 0 16,-3 1 2-16,-3-1-4 15,-2 3 2-15,0 0 0 16,0-1 0 0,2-2 0-16,2-1-1 15,4 0-2-15,3 0 1 16,-1 0 5-16,7 0 0 16,0-1-4-16,1 3 1 15,-1-1 2-15,0-2 3 16,-5 0 8-16,-1 0-10 15,1 0 4-15,-1 0-1 0,0 2-4 16,-2 4 4-16,-2 0-8 16,-1 2-1-16,-1-1 2 15,3-2-2-15,2 2 1 16,1 0 0-16,0 0-1 0,-5 0 3 16,2-1-3-16,-4 1 2 31,-2 0-2-31,-4-2 2 15,2 4-1-15,-3-2-1 0,-1 0 0 16,-1 3 1-16,1-2 0 16,-8 3 0-16,1 4-1 15,-5 0 0-15,1 2 0 16,-3 2 0-16,1-2 2 16,-1 2-2-16,3-3 2 0,-1 2-2 15,-1-1 0-15,7-3 0 16,-4 2 2-16,1-4-1 15,0 3 3-15,-5 7 1 16,-5 0-2-16,-4 6 3 16,-2 1-6-16,0 0-10 15,0 0-7-15,0 0 16 0,0 0-7 16,-2 0-67-16,-4 6-85 16,1-4-72-1,1 1-182-15</inkml:trace>
  <inkml:trace contextRef="#ctx0" brushRef="#br1" timeOffset="-35616">24886 8233 289 0,'0'0'112'16,"0"0"-66"-16,0 0 43 15,0 0-28 1,0 0-37-16,0 0-20 15,-6-2-4-15,6 2-7 16,0 0 6-16,12 0-6 0,11 7 14 16,8-2-9-16,11-3 2 15,12-2-1-15,6 0-11 16,0 0 9-16,-2-5 3 16,-16-6 7-16,-13 3-4 0,-13 2-2 15,-13-1 11-15,-3 2 8 16,0 3 24-16,0-2 18 15,0 2-17-15,0 1-27 16,0 1-16-16,0 0-1 16,0 0-1-16,0 0-3 15,0 0-3-15,-3 0 5 0,1 5 0 16,0 4 1-16,-1 4 2 16,-1 6-1-16,-3 2 1 15,-1 7-2-15,-1 3 1 16,-1 3-1-16,0 4 0 15,3-3 0-15,0 6 0 16,2-1 0 0,3-2-1-16,2-4-5 15,0-8-350-15</inkml:trace>
  <inkml:trace contextRef="#ctx0" brushRef="#br1" timeOffset="-33297.82">23789 8735 319 0,'0'0'38'16,"0"0"-10"-16,0 0 43 15,0 0-19-15,0 0-18 16,0 0-3-16,0 0 6 0,-24-20 2 16,15 17-10-16,-1 2 10 15,2 1-15-15,-1 0-12 16,-5 0-3-16,-1 0-3 0,-3 0-6 16,1 0 4-16,-2 13 0 15,-1 6-4-15,3 3 1 16,-1 6 5-16,7 2-5 15,4 0 0-15,7 0 0 0,0-2-1 16,0 0-2-16,11-3 2 16,9-6 0-16,0 0 0 31,2-8 0-31,1-2 3 16,-1-6 6-16,-2-1-2 15,-4-2 1-15,-3 0-7 16,-2 0 15-16,-4-5-7 0,0-14 8 15,-1-3 9-15,-2-4 5 16,-1-2-7-16,-3-2-3 16,0 2-9-16,0 4 3 0,0 2-4 15,-7 6-2-15,-6 0-6 16,-3 4-3-16,-4 3-1 16,-4 0-6-16,-5 4-1 15,0 5-137-15,0 0-121 0</inkml:trace>
  <inkml:trace contextRef="#ctx0" brushRef="#br1" timeOffset="-28119.7">21337 8763 5 0,'0'0'45'0,"0"0"-3"16,0 0 44-16,0 0-47 0,0 0-12 15,0 0 11-15,0 0-12 16,-2-19 6-16,2 14-13 16,0 2-1-16,0 0 12 15,-2-1-9-15,0 1-3 16,2 1 8-16,-3 0 10 0,3 1-17 31,-2-3 7-31,2-1-5 0,0 1-3 16,0-1-11-16,0 0-2 15,0 3 2-15,0 2-4 16,0-1 0-16,0 1 2 16,0-5 1-16,0 1-3 15,0-1 8-15,0-1-2 16,0-3 3-16,0 4-6 0,0-2 0 16,0 3 0-16,0 1 8 15,0-2-9-15,0 1-2 16,0 1 0-16,0 0-2 15,0 3-1-15,0 0-1 16,0 0 1-16,0 0-6 0,0 0-4 31,0 0 10-31,0 8 2 16,0 9-1-16,0 2 1 16,0 8 2-16,0 1 1 15,0 6 8-15,0 3 11 0,0 6-3 16,0-2-6-1,0 5-8-15,0 0 6 0,0-5 0 16,0 4-5-16,0-5-2 0,0 0 5 16,0-2 0-16,0 2-3 15,0-1 1-15,0 0 3 16,0-3 29-16,0-2-31 16,0-4-5-16,0 1 0 15,-3-2-4-15,-1 1 2 16,2 0 0-16,0-1 4 0,2-3-5 15,0 2 0-15,0-2 3 16,0-2-2-16,4 0-1 31,3 0 2-31,-5 1-2 0,3 2 0 0,-5 1 0 16,0-2 1-16,2 2-2 0,-2 2 0 31,2 0 0-31,-2 1 0 16,2 1-1-16,0-2 0 15,-2 4 3-15,0-1-2 16,0-6 4-16,0-3-1 0,0-6-2 16,3-2-1-16,-3-4 3 15,2-5-4-15,0-4 1 16,-2-3-1-16,2 0 0 0,-2 0 0 16,0 0 1-16,0 2 0 15,0-2 2-15,0 2-6 16,0-2 3-16,0 0-6 15,0 5-17-15,0-3-36 16,0 1 2-16,-6 2-102 16,-1-5-91-1,3 0-44-15</inkml:trace>
  <inkml:trace contextRef="#ctx0" brushRef="#br1" timeOffset="-27134.32">21341 8558 287 0,'0'0'50'16,"0"0"-24"-16,0 0 56 0,0 0-7 16,0 0-41-16,0 0-19 15,-20-8-9-15,14 8 13 16,-1 0-5-16,1 2 1 0,-2 8-4 16,0 8-3-16,-5 5-2 15,-1 6 1-15,-1 7-5 16,-2 3 1-1,0 1 0 1,-1 4-2-16,-2-4 1 0,2-4-2 16,4-8 0-16,4-10 1 15,3-10 1-15,7-4 0 16,-2-4 1-16,2 0 8 16,0-4-2-16,0-20-2 15,0-6-2-15,0-4 4 0,6 0-9 16,11 0 8-16,-2 4-8 15,5 0 0-15,-1 3-4 16,4 3 3-16,0 6-6 16,-4 2 7-16,4 2 1 15,-3 0 4-15,0 2-4 16,0 2 4-16,-2 4-2 16,1 4-3-16,2 2-2 15,1 0 2-15,3 7 0 16,2 10-6-16,1 5 6 15,-1 5 1-15,0 1 2 16,0 2-3-16,-3-2-52 16,-7-2-263-16</inkml:trace>
  <inkml:trace contextRef="#ctx0" brushRef="#br1" timeOffset="-26354">21059 9316 480 0,'0'0'64'0,"0"0"-20"15,0 0 30-15,0 0 40 16,0 0-70-16,0 0-13 0,0-40-16 16,0 40-7-16,0 0-7 15,0 0-1-15,0 12 0 16,0 10 2-16,-3 4-2 16,3 8 3-16,-2 2 0 15,-1 2 0-15,3 1 2 16,0-4-4-1,0-2 0-15,0-6 2 16,0-8-2-16,8-3-1 16,-2-7 0-16,1-4-1 15,-3-3-1-15,5-2-1 16,0 0-107-16,0 0-303 0</inkml:trace>
  <inkml:trace contextRef="#ctx0" brushRef="#br1" timeOffset="-22845.21">22041 12371 193 0,'0'0'50'16,"0"0"-32"-16,0 0-17 15,0 0 54-15,0 0 16 16,0 0-35-16,-20-45 5 16,20 41 16-16,0 0-24 15,0 2 8-15,0 0 6 16,0 2-6 0,0 0-4-16,0 0-10 15,0 0-15-15,0 0-8 16,0 0-3-16,0 0-1 0,0 0-4 15,0 0 4-15,0 0-4 16,0 0 4-16,0 0 5 16,7 4-4-16,2 3 1 15,2 0-2-15,-2 1 6 0,0 3-1 16,0-2-3-16,2 3 1 16,-2 4 1-16,0-2 2 15,-1 5 3-15,4-4-1 16,-1 2 1-16,5-2 2 15,-1 0-5-15,1-1 7 16,1-3-10 0,4 3 8-16,-1 1-11 15,4-2 7-15,3 1-2 16,0 1 2-16,-3-3-3 16,1 0 0-16,-2 0-3 15,0-2 1-15,2-1 5 16,2 4-3-16,-2-3-4 0,-1 1 3 15,-2 1-3-15,0-3 2 16,1 2 0-16,4 1 1 16,2-3-2-16,0 3 4 0,4 1-1 15,-4-4 0-15,2 3-3 16,1-2 1-16,-3 2 4 16,4 0-4-16,0-2 3 15,1 2-1-15,-1-3 0 0,0 1-4 16,-4-5 6-16,0 2-6 15,-2 1 4-15,2-3-2 16,2 2 0-16,5-2 3 16,7-1-4-16,5 3 7 31,2-4-4-31,-4 4 3 0,-3-2-4 16,-3 6-2-16,-5-4 0 15,-4 4-1-15,1-4 3 16,-3 2-3-16,-2-1 4 15,-1-2 0-15,3 1-4 16,9-2 4-16,11-1-4 16,12-2-1-16,8-2 1 0,11 0 0 15,-2 0 4-15,-4 0-3 0,-14 0-1 16,-14 0 0 0,-7 3-3-16,-11 4 2 0,-1-2 0 15,-5 4 1-15,1-1-1 16,2 0 1-16,4-1 0 15,8 2 0-15,12-4 0 16,4-5-1 0,10 3 1-16,3-1 3 15,0-2-2-15,-2 0-1 16,-5 0 0-16,-5 0 0 16,-2 0-1-16,-7 0 2 15,-1 2 1-15,-2 0-1 16,1 1-1-16,3 0 2 0,6-1 2 15,4-2-1-15,4 0-3 16,5 0 9-16,-1 0-6 16,5 0-3-16,-1 0 1 15,0 0 3-15,3 0-4 16,1 0 0-16,-3 0-2 16,-2 0 2-16,-3 0-2 0,-1 0 4 15,-3-2-2-15,0 2 1 0,3 0-2 16,-1-3 1-16,0 3 0 15,2-5 2-15,-5 1-2 16,1-2 0-16,-2 0 0 16,-2-2 0-16,0-2 0 31,-5 0 2-31,-2 4-2 16,7 0 0-16,2 0 2 0,8 0-1 15,9-2 0-15,-4 5-1 16,-5-4 1-16,-3 2 3 15,-10 2-3-15,1 1-1 16,-8-2 1-16,4 0 0 0,1-1 0 16,0 3-1-16,3 0 2 15,2 2-2-15,2-1 0 16,0-3 2-16,-2 2-1 16,-4-1 0-16,2-1 4 15,0 1 1-15,4-1-3 0,0 0 18 16,2-3-12-16,2 2-1 15,-1-2-4-15,1 2 2 16,3-4-3 0,-1 4-2-16,1-4 2 15,-3 2-3-15,-2-4 1 16,-2-1-1-16,-2 2 0 16,0-6 2-16,-2 0 0 15,-2-2-1-15,4-2 2 16,0 3-2-16,2-2 5 15,0 3-6-15,0 0 0 0,-2 2 0 16,-3 2 0-16,-4 0-1 16,-1 0 1-16,-6-3 0 15,0 0 0-15,7 1-1 0,9 0-7 16,7-1 8 0,-1 3-2-16,-1-2 4 0,-8 2 1 31,-3 1-3-31,-1-1-2 15,-6 1 1-15,-12 4 2 0,-6-3-1 16,-8-3 4-16,2 1-2 16,3-2 0-16,3 0-2 15,4-2 0-15,1 0-1 16,5 0-2-16,6-2-1 16,4 2 4-16,0 2 0 0,-5 2 0 15,-9-2 4-15,-4 2-2 16,-2 0-2-16,-2 0 0 15,-8 2 2-15,-3 0-1 16,-6 1 0-16,1-2 0 16,3 1-1-16,3-3 4 15,1-1-4-15,7-5 0 0,2-2-4 16,9 0 4-16,2-4-3 16,-2 2 3-16,-5 0-1 15,-10 3 1-15,-1 4 5 0,-5 5-4 16,-5 0 0-16,0 3-1 15,-3 0-4-15,-1 3 4 32,0 2 0-32,4-1-1 15,-2 0-1-15,3 1 1 0,-1-4-1 16,4-1 2 0,-3 0 0-16,-1-4 0 0,2 3-1 15,-3 0-1-15,1-3 4 16,-1 6-1-16,0-2 1 15,-3 2-2-15,-1 1-4 0,-3 5 2 16,0 0 1-16,0 0-2 16,0 0-15-16,0 0-65 15,0 0-21-15,0 3-43 16,-12 5-302-16</inkml:trace>
  <inkml:trace contextRef="#ctx0" brushRef="#br1" timeOffset="-22361.16">30732 11802 570 0,'0'0'26'0,"0"0"-20"16,0 0 10-16,0 0 2 15,0 0-12-15,0 0 10 0,48 41 6 16,-17-29-22-16,4-4 2 16,5-2 2-16,3-3 10 15,1-3-14-15,-3 0 9 16,-1 0-9-16,-9 0 12 15,-6 0-10-15,-10-5 8 16,-6-2-4 0,-4 7 0-16,-3-5 14 15,2 5 2-15,-2 0-8 16,3 0-3-16,-3 0-11 16,0 0 0-16,-2 0-7 0,2 0-10 15,-2 5 8-15,0 7 9 16,0 5 16-16,0 7 7 15,-6 4-10-15,-7 7 2 16,-3 2-9-16,3 4 2 0,-3-3-6 16,1-1 1-16,-1 0-2 15,0-7-1-15,0-4-207 16</inkml:trace>
  <inkml:trace contextRef="#ctx0" brushRef="#br1" timeOffset="-21121.72">26685 13133 225 0,'0'0'157'15,"0"0"-145"-15,0 0-8 16,0 0 22-16,0 0 23 16,0 0 4-16,0 0 0 15,-5-3 16-15,5 9-11 16,0 0-7-16,0 0-15 15,0 5-16-15,0 2 2 16,0 9 3-16,0 9 7 16,0 5 0-16,0 5-7 15,0 3-7-15,0 1 1 16,0 3 11-16,0-4-24 16,0-2 4-16,0-3-8 0,0-6 2 15,0-6-2-15,0-8-1 16,0-4-1-16,0-10 2 15,0 0-3-15,3-5 2 16,-1 0-2-16,2 0-16 16,0-10-192-16</inkml:trace>
  <inkml:trace contextRef="#ctx0" brushRef="#br1" timeOffset="-6997.86">21830 8622 28 0,'0'0'32'16,"0"0"-12"-16,0 0 9 16,0 0 3-16,0 0-12 0,0 0 23 15,0 0-4-15,0-4-5 16,0 3-9-16,0 1 18 15,0 0 2-15,0 0-1 16,0 0-2-16,0 0-9 16,0 0 10-16,0 0 7 31,0-2 10-31,0 2-4 0,0 0-12 16,-3-2-14-16,3-1-12 15,0 3-1-15,0 0-1 16,0 0-6-16,0 0-4 15,0 0-6-15,0 0-3 0,0 0-3 16,0 0 6-16,0 0 0 16,0 0 0-16,5 0 2 15,-1 0 0-15,0 7 4 16,2 0-6-16,-2 0 3 0,0 2-1 16,1 1 4-16,1 1-3 15,-2-1 1-15,4 0 1 16,-2-1 1-16,-1 4-1 15,-1-4-2 1,2 0 0-16,0 3 3 16,0-2-5-16,-2 3 4 15,-1-4-1-15,1 3-1 16,-2 2 4-16,2-3 2 16,-1 3-4-16,0 1 0 0,-3-1 0 15,2-2 2 1,-2 0-2-16,0 0 1 0,0 0-2 15,0 1 1-15,0-1-2 16,0-3 0-16,0 1-1 16,0 2 0-16,0 0 2 15,0 0-3-15,0 0 3 0,0 0-4 16,0 1 2-16,0 1 2 16,0-2-1-16,0 2 5 15,0 0 14-15,0-5-15 0,0 3-2 16,0 2-4-1,0 1 5 1,0-1-4-16,0 3 2 16,0 2-3-16,0-1 3 15,0 0 16-15,0-3-14 16,0-2-3-16,0 1-3 0,0-2 3 16,0 0-1-16,0 3 0 15,0 0 0-15,0 3 0 16,0 0 10-16,0-2-7 15,0 3 3-15,0 2-5 16,0 2-2-16,0 1 11 16,0-1 0-16,0-2-7 0,0-1-2 15,0-2-1-15,-2 0 6 16,-1-4-8-16,0 1 1 16,-1 6 3-16,0-3-3 0,-1 1 4 15,1 0 2-15,2-4-6 16,0 0 1-16,-4 8-1 31,4-6 1-31,0 1 0 16,0 0 1-16,2-4-3 0,0 2 1 15,-2 3 0-15,0-4 1 16,0 6-1-16,-3-4 2 16,3-1-1-16,0 5-1 15,0 0-1-15,0-1 0 16,-1 1 5-16,0-4-4 0,1-4-1 15,2-1 2-15,0-3-1 16,-2 3-1-16,0-7 0 16,2 3 0-16,-2-1 1 15,0-6 1-15,-1 3-2 16,1-2 3-16,-2 0-1 16,0 1 0-16,1-3 1 0,0 0 1 15,3 0-3-15,0 0 2 16,0 0-3-16,-2 0 0 15,-2 0-7-15,-3 0-104 16,3-5-40-16,-2-5-238 16</inkml:trace>
  <inkml:trace contextRef="#ctx0" brushRef="#br1" timeOffset="-6629.84">21765 9781 583 0,'0'0'123'16,"0"0"-45"-16,0 0 3 16,0 0-21-16,0 0-36 0,0 0-17 15,0-6-7-15,0 6-2 16,0 4 2 0,2 8 2-16,5 0-1 0,4 3 0 15,2 0 0-15,6-1-1 16,-2 0 0-16,1 1 1 0,-3 1-1 15,1-1 0-15,-3 2-1 16,1-5-127-16,-3-2-238 16</inkml:trace>
  <inkml:trace contextRef="#ctx0" brushRef="#br1" timeOffset="-6327.97">22124 9735 207 0,'0'0'267'0,"0"0"-169"0,0 0 49 0,0 0-33 16,0 0-56-16,0 0-32 15,-2-9-18-15,-12 16-3 16,1 12 5-1,-3 1-2-15,1-1-2 0,-1 4 3 16,1 3-3-16,-1 2-3 16,0 2 0-16,-2-1 0 0,3 2-3 15,1-4 0-15,6-8 0 16,-1-1-6-16,5-6-160 16,-4-3-339-16</inkml:trace>
  <inkml:trace contextRef="#ctx0" brushRef="#br1" timeOffset="-5527.12">22313 9104 308 0,'0'0'125'16,"0"0"-43"-16,0 0 20 15,0 0 0-15,0 0-29 16,0 0-19-16,-2-36-10 16,2 36-15-16,0 0 2 15,0 0-9-15,0 0-7 0,0 0-9 16,0 0-6-16,0 1-9 15,0 22 4-15,0 9 5 16,0 4 12-16,0 2-7 16,0-1 3-16,0-2-2 15,0-3 3-15,0-4-9 0,0-4 3 16,2-4 2 0,-2-2-3-1,0-6 1-15,2-3-3 16,1-6 0-16,-3-3-2 0,2 0 2 15,-2 0-1-15,0 0 1 16,0 0-54-16,0 0-175 16</inkml:trace>
  <inkml:trace contextRef="#ctx0" brushRef="#br1" timeOffset="12203.96">22269 7793 34 0,'0'0'27'0,"0"0"1"16,0 0 34-16,0 0-5 16,0 0-28-16,0 0-6 15,-16 0-9-15,10 0 0 16,-3 0-4-16,2 0 3 31,-4 0 4-31,4 0 2 0,-2-3 2 16,4 1-8-16,3 2 10 15,2 0-3-15,0 0-2 16,0 0-6-16,0 0-6 16,0 0-6-16,0 0-6 15,0 0 6-15,0 0 0 16,14 0 2-16,1 0 28 0,6 0-20 16,-1 0 13-16,-5 0 4 15,3 0-22-15,-3 0 3 16,2 8-1-16,4 0 6 15,-1 0-7-15,3-1 2 0,0 1 1 16,-2-3-1-16,0 2-7 31,-1-4 6-31,-1 4-2 16,4-3 0-16,-5-1-4 0,2 1 2 16,-4 3 2-16,-1-4-3 15,-1 4 3-15,1-2-4 16,-1-1 2-16,1 2-2 15,1-1 7-15,-3 1-5 16,3-1 0-16,-1 0-1 0,-1-2 4 16,-1 2-6-16,0-1 2 15,1-1 2-15,-3 1-6 16,2-1 4-16,-2 1-2 16,3-3 1-16,-1 2 2 0,0 1-2 15,1-2 2-15,-1 2-3 16,1 0-1-16,1-3 1 15,3 2 4-15,-1 1-3 16,2-2-1-16,-3 0 4 31,-1 1-3-31,1 2 2 16,-3-3-1-16,2 0-1 0,1 0 1 16,2 1-2-16,4 0 2 15,0-2-2-15,-1 2 0 16,0 1 2-16,0-1 0 0,-3 3-2 15,-1-4 0 1,-3 3-1-16,-1 2 1 0,1-2 0 16,-1 1-3-16,3 2 3 15,-1-2 3-15,3 0-2 16,2-2-1-16,0 2 1 0,5-1 6 16,0 2-7-16,-2-2 3 15,0 4-3-15,-5-3 2 16,-1 2-2-16,0-2 0 15,-5 2-5-15,5-1 5 16,-2 0 1-16,3 0 0 16,-1 2 0-1,4-1 1-15,-3 0-1 16,-3 2-1-16,-1-4 0 16,-1 4 1-16,-1-2-2 15,0 2-5-15,-1 2 2 16,1 0 4-16,1 1 6 0,1 1 0 15,3 0-1-15,1-2 5 16,2 2 1-16,0 0 0 16,3-2 4-16,-2 2-10 0,2-1 8 15,-3 2-10 1,5-1 3-16,-3 0-3 0,-2-2 1 16,0 2-1-16,0 0 1 15,0 0-3-15,-2 0 2 16,0 2-2-16,2-4 2 0,-2 2 3 15,4 0-4-15,3-2 9 16,-1 0-3-16,-1-2 1 31,-2 0-5-31,-2 0 5 16,-4 0 0-16,3 0-6 16,-2 3 1-16,-1-3 3 15,1-1-5-15,1 1 4 0,2-2-6 16,-2 4 3-16,3 0 2 15,-1-1-2-15,0 3 6 0,1-3-3 16,3 1-2-16,-1 0 0 16,0 3 0-16,-2-1 2 15,0 0 1-15,0 1-5 16,-1 2 0-16,-2 0 2 16,1 2 0-16,-1 1 1 0,1-1-3 15,3-2 1-15,-4 1 0 16,1 3 1-16,0-2-2 15,2 3 1-15,-4 2 0 16,-1 0 5-16,3 3-7 16,-2-4-1-1,2 4 1-15,-1-4 1 16,1 3 1-16,3-3-1 16,-4-2 1-16,-1 0-2 15,-3-1 0-15,-1-1 2 16,-1 4-1-16,-1-2 6 15,4 5 1-15,-1-3 0 16,1 3 0-16,3 0-4 0,2 3 4 16,0-2-5-16,4 2 5 15,-3-2-9-15,0-4 4 16,-2-1-4-16,-2 0 4 16,-1 0 0-16,-1 0-2 0,-4 0-1 15,1 0 4-15,-1-1-2 16,-1-2-2-16,-3 6 6 15,0-6-4-15,4 3 0 0,1-2 3 32,-3 0-6-32,6 1 2 15,-1-3 3-15,3-3-4 16,4 2 1-16,0-2 0 16,-2 2-2-16,2 0 3 15,-2 2 0-15,-3-1-1 0,1 3 2 16,-3 0-3-16,1 1 0 15,-1 0-1-15,1 0 0 16,3-2 1-16,4 1-1 16,1-3 0-16,0 1-1 15,3-1-1-15,1 0 2 16,1-1 0-16,-2-3 5 0,0 2-4 16,1 0 0-16,-2 0-1 15,5 0 0-15,0 0 2 0,-2 1-2 16,-4 0 0-16,-2-1-2 31,-5-3 2-31,3-1 0 16,-4-5 1-16,-4 0-3 15,0 0 2-15,-2-3 0 16,3 2 0-16,-4 0 2 0,3 0 1 16,-2 2-3-16,0-1 0 15,0-2 0-15,-3 4 1 16,4-2-6-16,-6 1 9 15,3 0-4-15,-1-2 0 16,-1 0 0-16,-1 0 0 0,-4 2 0 16,2-4 0-16,1 2-5 15,-3-2 5-15,2 0 1 16,-2 0-1-16,0-4 2 16,0 2-2-16,0-2-1 0,0 0-5 15,0 0-113-15,-9 0-231 16</inkml:trace>
  <inkml:trace contextRef="#ctx0" brushRef="#br1" timeOffset="12853.9">25519 10397 184 0,'0'0'124'16,"0"0"-86"-16,0 0 6 15,0 0 32-15,0 0 16 16,0 0-36-16,0 0-5 16,-2 0 15-16,2 0-4 15,0 0-16-15,0-2-11 16,0 0 3-16,0 0-13 0,0 2-8 0,0 0-5 15,2 0-12-15,15 0 0 16,8 0 2-16,11 0-1 16,4 0-1-16,7 2 4 15,4 0-4-15,5 2 0 16,-5-4 1-16,0 0-2 16,-6 0 2-1,-9 0-3-15,-3 0 0 16,-11 0-1-16,-6 0-49 15,-5 0-41-15,-7 0-107 0,-1-2-129 16</inkml:trace>
  <inkml:trace contextRef="#ctx0" brushRef="#br1" timeOffset="13204.81">26103 10062 434 0,'0'0'120'16,"0"0"-92"-16,0 0-4 16,0 0 59-16,0 0 1 15,0 0-53-15,15-60-16 16,-15 60 3-16,0 0-5 15,0 4 5-15,0 18-4 16,0 5 12-16,0 4 1 0,0 0-11 16,0 1 0-16,0 1-8 15,0 0-3-15,-4-1-5 16,-3 0 1-16,1-4 1 16,2-2-1-16,-1-4-1 0,0-5-83 15,3-12-443-15</inkml:trace>
  <inkml:trace contextRef="#ctx0" brushRef="#br1" timeOffset="17848.18">25550 9406 161 0,'0'0'46'0,"0"0"-30"16,0 0 81-16,0 0 4 15,0 0-43-15,0 0-11 0,0 0 17 16,0-2 1-16,0 0-14 31,0-1-18-31,0-2 9 16,0 1-9-16,-2 0-16 15,0 0-1-15,2 0-12 0,0 3 4 16,-3-2-1 0,3-1-1-16,-2 4-5 0,2-2-1 15,0 2 7-15,0 0-5 16,-2 0 0-16,2 0 2 0,0 0-1 16,-3 0-1-16,3 0-2 15,-4 0-2-15,-2 17-3 16,-1 12 5-16,-5 7 4 15,4 4 0-15,4 1-1 0,-3-3 5 16,2-4-6-16,0-4 3 16,3-6 0-16,2-6-1 15,-2-6 1-15,2-2 4 16,0-6-6-16,0-4 0 16,0 2 2-16,0-2 0 0,0 0 0 31,0 0-4-31,0 0-1 15,0 0-4-15,0-9-63 16,0-3-475-16</inkml:trace>
  <inkml:trace contextRef="#ctx0" brushRef="#br1" timeOffset="29003.92">26580 8414 235 0,'0'0'63'15,"0"0"-33"-15,0 0 5 16,0 0-4-16,0 0 7 16,0 0-16-16,0 0 0 15,0 0-12-15,-5 0-4 16,5 0-2 0,0 0-1-16,0 0-2 0,0 0 1 15,0 0 1-15,0 0-1 16,0 0 2-16,-2 0-3 15,0 0 0-15,0 2-1 16,-3 9 2-16,1 6 3 16,2 3 10-16,-3 6 20 15,3 4 3-15,-2 2-10 0,-6 8 3 16,-3 4-2-16,2 5 0 16,2 1-18-16,7 0-6 15,2 0 3-15,0 1-5 0,0 0 1 16,11 2 3-16,3-2 10 15,-4 2-1-15,2-2-6 32,-8 2 2-32,1 1-1 15,-3 1-1-15,-2 5 3 16,0-1-6-16,0 1 2 16,0 5 1-16,0 1-2 0,0 4 0 15,0 4-1-15,0 5 3 16,-4 3-1-16,-1-2 1 15,1-2-4-15,1-8-3 0,3-8 4 16,0-4-2-16,0-7 0 16,0-5-2-16,14-6 1 15,-3-8 3-15,0-7-4 16,-2-8 2-16,-5-8-2 0,-2-2 0 16,-2-2-1-1,0-4 4-15,0 1-6 0,0 0 5 16,0-2 1-16,0 0-1 31,0 0 1-31,0 0-6 16,0 0-12-16,0 0-146 15,-17 0-386-15</inkml:trace>
  <inkml:trace contextRef="#ctx0" brushRef="#br1" timeOffset="30186.76">26606 8464 10 0,'0'0'270'0,"0"0"-204"0,0 0-28 15,0 0 43-15,0 0-25 32,0 0-12-32,0-31 7 0,0 31-30 15,0 0-13 1,0 0-3-16,0 0 2 0,0 0 0 16,0 0 2-16,0 0-4 15,0 0-1-15,0 0-2 16,0 0-2-16,0 0-2 15,0 0-8-15,-2 15 9 0,-11 7 1 16,-7 7 3-16,-4 6 0 16,-5 1 5-16,0 0-1 15,4-4 7-15,1 1-11 16,5-4 4-16,4-3-5 16,1-1 1-16,6-9-1 15,1-4 2-15,5-9-4 0,2 0 3 31,0-1-2-31,0-2 2 16,0 0 17-16,0-8-5 16,0-18-11-16,0-5-5 0,2-5 4 15,2-1 0-15,1 1-1 16,-1 3-2-16,1 5 0 16,2 4 4-16,-3 7-8 0,1 3 4 15,1 2-7-15,4 1-2 16,3 5 5-16,3 0 4 15,5 6 8-15,8 0-7 16,5 0-1-16,1 16 6 16,6 5-6-16,-4 8 2 15,1 0 1-15,1 0-2 0,-6 0 4 16,-2 3-5-16,-7-1 0 16,-4-1-57-16,-13-5-303 15</inkml:trace>
  <inkml:trace contextRef="#ctx0" brushRef="#br1" timeOffset="32961.69">27046 9501 296 0,'0'0'53'0,"0"0"-38"15,0 0 67-15,0 0 23 16,0 0-38-16,0 0-29 16,11-55-1-16,-11 52 19 15,0-4-22 1,0 2-4-16,0-1-14 16,0-1-9-16,0 3 3 15,-5 1-4-15,-3 1-2 16,-1-1-4-16,-1 3 3 15,-2 0-3-15,-9 0 1 0,-1 7-1 16,-2 12-4-16,-1 9 3 16,5 6 0-16,5 3-1 0,5 3 1 15,10-1 0-15,0-2-4 16,0-2 4-16,16-2 0 16,7-8-3-16,0-4 2 15,6-7 2-15,0-5 0 16,-2-4 0-16,-2-5 1 15,-2 0 4 1,-4 0 4-16,-1 0-7 16,-7-17 8-16,-1-8-3 15,-6-5-6-15,-2-5 7 16,-2-6-4-16,0-1 2 16,0 4-2-16,-2 4-2 15,-7 10-1-15,0 7-1 16,0 10-4-16,-2 7-12 0,-5 0-197 15,-4 0-316-15</inkml:trace>
  <inkml:trace contextRef="#ctx0" brushRef="#br1" timeOffset="38198.2">27424 11207 233 0,'0'0'48'16,"0"0"-36"-16,0 0 7 15,0 0 19-15,0 0 21 0,0 0-23 16,0 0-20-16,0-10 12 16,0 7-11-16,0 2-9 15,0-1 9-15,0 0-2 16,0 2-7-16,-4 0-4 15,2 0-2-15,0 0-1 16,0 0 1-16,2 0 0 16,-3 0 0-16,1 0-2 15,0 0 1-15,0 0-1 16,0 0 4-16,2 0-3 16,0 0 0-16,0 0-1 15,0 0 0-15,0 0-2 16,0 0-2-16,0 0 1 0,0 0 3 15,0 5 4 1,8 2 2-16,5-1-6 0,8 2 7 16,3-2 1-16,12-1 9 15,13 2-14-15,18-5 15 16,14 1-3-16,12-3-14 16,9 0 14-16,12 0-15 15,9 0 6-15,6 0 0 16,0 0 9-16,-6 0-11 15,-7-3 1-15,-13-1 2 16,-1-1-6-16,2 2 4 16,10 1-5-16,13 0-12 0,10 2 12 15,-4 0-12 1,-11 0 29-16,-16 0-26 0,-22 0 18 16,-14 0-16-16,-15 0 22 15,-17 0-15-15,-15 0 0 16,-15 0 2-16,-8 0-2 15,0 0-2-15,0 0 2 16,0 0 3-16,0 0-1 16,2 0-2-16,1 0-2 15,5 0-15-15,2 0-4 16,3 0 19-16,0 0-40 16,1 0-63-16,1 0 14 0,-1 0 41 0,-1 0 12 15,-6 0 5 1,-7 0-20-16,0 0 35 15,0 0-215-15</inkml:trace>
  <inkml:trace contextRef="#ctx0" brushRef="#br1" timeOffset="38856.85">30040 11023 116 0,'0'0'242'0,"0"0"-191"15,0 0-21-15,0 0 73 16,0 0-21-16,0 0-49 16,-2-29-16-16,2 29-6 15,-3 0 0-15,-2 0-1 0,-1 0-5 16,-5 0 2-16,-1 0 5 16,-1 0-2-16,0 0 2 15,-3 0-2-15,0 0 3 0,-1 0-4 16,3 0 0-16,6 0-1 15,3 0-7-15,3 0-1 16,0 0 2-16,0 0 2 16,0 0-3-16,2 0-1 0,0 0-1 15,0 7-10-15,0 5 6 16,10 4-3-16,17 6 8 16,13 3 0-16,12 2 0 31,8 1-8-31,7-4 16 15,-5-2-23-15,-8-6 24 16,-17-4-9-16,-14-2 5 16,-17-4-4-16,-4-1-1 15,-2-5-5-15,0 3 5 0,0 1 10 16,0 1-4-16,-10 3 2 16,-9 1-7-16,2 5 0 15,-3 4-1-15,-1 2 0 16,0 5 0-16,-6 1-1 15,-6 4-16-15,-1 0-143 16,-4 2 71-16,4-6-192 0</inkml:trace>
  <inkml:trace contextRef="#ctx0" brushRef="#br1" timeOffset="39695.48">29090 10747 212 0,'0'0'35'0,"0"0"45"16,0 0 36-16,0 0-33 0,0 0-9 15,0 0-39-15,0-19 8 16,0 19 6-16,0 0-9 16,0 0-14-16,0 0-13 15,0 0-1-15,0 0-12 16,0 7-7-16,0 14 7 15,0 7 8-15,0 4-1 16,0 0 10-16,2-2-5 16,3-2-2-16,-3-2-3 15,-2-5-2-15,2-3-1 16,1-4-2-16,-1-5 1 16,2 1-3-16,-2-3 0 15,3-3 3-15,1 2-3 16,-1-6-28-16,0 0-359 15</inkml:trace>
  <inkml:trace contextRef="#ctx0" brushRef="#br1" timeOffset="49556.68">26901 8257 141 0,'0'0'16'15,"0"0"-16"-15,0 0 11 16,0 0 26-16,0 0 22 15,0 0-15-15,0 0-19 16,0 0-2-16,0 0-1 0,0 0-4 16,0 0-10-16,0 0-2 15,2 0 1-15,0 0-7 16,6 4 0-16,0 2 10 16,3 2-3-16,1 0-1 15,1 0 0-15,0 1 0 16,-2 1 1-16,2 0-3 0,1 0 0 15,-1 0 3-15,-1 1-1 0,-1-2-1 16,-3 0 1-16,-1 4-1 16,0-3 4-16,0 4-1 15,1 0 0-15,-1-2-3 16,2 2 3-16,0 2-1 16,2-2-1-1,1 4-1-15,-2-1-3 16,-1 3 3-16,3-3-3 15,-6 1 3-15,5 0-3 16,-1 1 2-16,-2-4-3 16,3 2 1-16,-1-5 4 15,-2 0-4-15,1 2 5 16,-3-5-2-16,2 5 2 0,1-2 1 16,-3 1 2-16,3-1-3 15,0-1-2-15,0 1 1 16,-1 2 1-16,2-3-1 15,-3 1 0-15,-1 0 6 16,1-2-4-16,-3 3 1 0,1-4 0 31,2 3-1-31,-1-1 0 0,1 1 4 16,-1-3-2-16,1 1-3 16,-2 0 0-16,1 2 3 15,-1-2-5-15,-3-1 1 16,0 3-1-16,0-1 1 15,-2-1 0-15,0-2 2 16,0 2-6-16,0 2 3 0,0 0-3 16,0 3 1-16,0-1 1 15,2 1-2-15,0 2-1 16,1-2 1 0,2 3 2-16,-1 0-2 0,0 3-1 15,-1-4 0-15,1 6 2 0,-4-3-2 16,2 0 1-1,0 2-2 1,0 0 1-16,4 0 5 0,-2-1-5 16,0 2 1-16,1-2-2 15,-1-2 4-15,-2 1-2 16,0-1 1-16,3-2-3 0,-2 3 4 16,-3 1-2-1,0-2 1-15,0 3 0 0,0 1-1 16,0-2 0-16,0 0 0 15,0-1-2-15,-6 0 5 16,2 3-1-16,0-3 2 16,2 4-3-16,-3-1 7 15,-1 3 0-15,-2 2-4 16,2 1 3-16,-1 0-8 0,5 0 4 16,-2 1-5-16,0 2 1 15,-4-4-1-15,4 2 1 16,-3-6-1-16,3-4 4 15,-5 0-4-15,2-5 2 16,-2 2-2-16,1 1 1 16,-1 0 1-1,-3 3-1-15,2 0 3 16,-4 0-4-16,3-2 5 16,0 1-4-16,-1-1 1 15,4-5 1-15,-3-1 0 0,3-1 2 16,2-3-4-16,2 1 7 15,-1-6-4-15,1 2-1 16,4-4-3-16,-2 0 3 0,2-2-2 16,0 0 0-16,0 0 0 15,0 0-1-15,0 0-2 16,0 0 1-16,0 0-25 16,2 0-132-16,5-12-271 15</inkml:trace>
  <inkml:trace contextRef="#ctx0" brushRef="#br1" timeOffset="50137.73">27137 10106 86 0,'0'0'381'16,"0"0"-345"-1,0 0-18-15,0 0 55 16,0 0 36-16,0 0-74 16,15-12-29-16,-9 12-5 15,0 7 3-15,3 14 8 0,-1 7 4 16,0 8 5-16,-4 7-2 15,-2 1 3-15,3 6-6 16,-1 1 0-16,0-2 7 16,1-5 1-16,0-8-14 15,1-8 1-15,1-9-9 16,-1-8 2-16,4-4-3 0,-1-6 0 16,6-1 1-16,5 0 7 15,3-1 4-15,3-14-5 16,-4-1-4-16,-2 3-3 0,-1-1-1 15,-4 1-1-15,1 5-10 32,-3 0-145-32,3-2-186 0,-5 3-132 15</inkml:trace>
  <inkml:trace contextRef="#ctx0" brushRef="#br1" timeOffset="51644.6">27937 9300 358 0,'0'0'59'0,"0"0"-39"16,0 0 15-16,0 0 29 15,0 0-40-15,0 0-18 16,0-26 3-1,-2 24 2-15,-2 2 0 16,-1-2-4-16,5 2-1 0,-2-2 2 16,2 2 2-16,0 0 4 15,0 0 1-15,0 0 0 0,0-2 2 16,0 2-5-16,0 0 5 16,0 0-5-16,0 0 3 15,0 0-6 1,0 0 6-16,0 0 1 0,0-2-1 15,0 2-1-15,0 0-4 16,0 0-4-16,0-3 6 16,0 3-6-16,-2 0-4 15,2-3 3-15,0 1-3 16,-2 2 2-16,2-2 3 0,0 2-5 16,-2 0 1-16,2 0 1 15,-2 0-2-15,-1 0-1 16,-2 0 0-16,-3 0-1 31,-5 0 0-31,-6 0-1 0,4 0 1 16,-3 0 0-16,2 2 1 15,1 6-2-15,-1 4 1 16,3 2-1-16,2 3-1 16,1 4-3-16,6 4 5 15,0 0-6-15,4 1 6 16,0 2-1-16,0 0 1 0,8-2 0 15,13-1-1-15,4-4-4 16,4-4 5-16,0-5-2 0,0-4 2 16,-3-4 4-16,-4-4 0 15,-2 0 2-15,-1 0-3 16,-4 0 3-16,3-14-2 16,-3-6 4-16,-1-4 0 15,-1-8-8-15,-2-5 3 16,-6 0 1-1,-3-2 2-15,-2 8-4 16,0 6 1-16,0 7 3 16,-18 4-6-16,-2 8-2 15,-7 4 2-15,-4 2-1 16,-1 0-70-16,1 0-278 0</inkml:trace>
  <inkml:trace contextRef="#ctx0" brushRef="#br1" timeOffset="64337.99">27837 11694 204 0,'0'0'27'15,"0"0"-20"-15,0 0-3 16,0 0 3-16,0 0 18 0,0 0 2 16,0 0 0-16,-60-10 20 15,60 10 8-15,0-2-11 0,-2 0-6 16,2 2-1-16,-2-1-16 16,0 1-10-16,-1-3 0 15,-1 0-3-15,2 3 0 31,-1 0-2-31,3 0 0 0,0 0 2 16,0 0-4-16,0 0 3 16,0 0-5-16,0 0-2 15,0 0 0-15,0 0-2 16,0 0-6-16,0 0 8 16,3 6 8-16,6 4-8 15,3-1 10-15,7 1-9 0,1-1 4 16,2-1 4-16,7 0 2 15,-2 2 4-15,-1-2-9 16,1 2-3-16,-6-3-2 16,-2 0 3-16,-3 1 0 0,-1-2-4 15,4 2 2-15,5 0-1 16,10-2 0-16,3-3-1 0,7-1-3 16,4 1 3-1,-1-3 5 1,-5 2-2-16,-2-2 3 15,-3 2-6-15,0 0 2 16,-4-1-2-16,3 2 2 16,3-3 0-16,4 0-2 15,6 0 1-15,2 0-1 0,5 0 0 16,0 0 0-16,-1 0-5 16,-1 0 5-16,-3 0 4 15,1 0-1-15,-1 0-1 16,0 0 1-16,3-4-3 15,2-2 0-15,1-1 0 0,6 0 3 16,-1-1-2-16,3-2 0 16,0 2-1-16,-3 0 0 15,-4-2 0-15,-2 0 0 16,-1-1-1-16,1 1 1 16,4 1 0-16,2-4 1 15,-2 1-1-15,-2 2 4 0,-2 0-4 31,-2 2 1-31,-6 2 1 0,-5 0-1 16,-5 4-1 0,-9 0 0-16,-2 2 2 0,-4 0-1 15,-4 0-1-15,-5 0 0 16,-5 0 0-16,-5 0-1 16,-4 0 1-16,0 0-2 15,0 0-8-15,0 0-21 0,0 0-9 16,0 0-67-16,-9 0-12 15,-7 0-258-15</inkml:trace>
  <inkml:trace contextRef="#ctx0" brushRef="#br1" timeOffset="65470.82">27980 11578 60 0,'0'0'221'0,"0"0"-125"0,0 0-40 15,0 0 16-15,0 0 20 16,0 0-45-16,33-58-25 16,-30 56-1-16,-3 2 15 15,0 0-6-15,0 0-3 16,0 0-3-16,0 0-17 15,0 0 12-15,0 0-5 0,0 0-11 16,0 0-3-16,-9 0 0 0,-9 18 9 16,-9 8-5-16,-9 6 0 15,-1 7-3-15,-8-1 4 16,-2 1-3-16,0-5-2 16,3-3 1-16,3-4-1 15,6-4 2-15,10-8-2 31,10-6 2-31,6-3-2 0,7-4 0 16,2-2-2-16,0 0 2 16,0 0 0-16,9 0 13 15,4-6-9-15,1 1-3 16,-6-1 3-16,-3 5-4 16,-3 1 1-16,0 0-1 0,-2 0-2 15,2 0-2-15,-2 0 1 16,2 0 3-16,0 0 2 15,4-2-2-15,2 2 0 16,3 0 0-16,5 0 0 16,4 0 0-16,4 0 0 15,5 0 0-15,2 12-5 0,1 4 1 32,-3 4 4-32,-5 4-3 0,1 2 3 15,-8 1-2-15,2 0 2 16,-7 1-13-16,0 2-163 15,-3-2-231-15</inkml:trace>
  <inkml:trace contextRef="#ctx0" brushRef="#br1" timeOffset="66410.65">28749 12008 403 0,'0'0'62'15,"0"0"-39"-15,0 0 59 16,0 0 12-16,0 0-51 0,0 0-29 16,2-11-12-16,-2 11 6 15,0 0 36-15,0 0-31 16,-4 0-6-16,-12 0 17 16,-2 11-16-16,0 4-1 15,5 5-4-15,-1 3 0 0,8-4-3 31,4 6 0-31,2-4 0 0,0-1 0 16,0 2-3-16,22 1 0 16,5-5 3-1,9-2 5-15,-1-4 9 0,-2-7-14 16,-4-2 3-16,-4-3 2 16,-2 0 0-16,-8 0 2 15,1-6 3-15,-8-12 1 0,-1-2 5 16,-3-4 1-16,-4-4 4 15,0-3-15-15,0 4 0 16,0 2-2-16,0 8-4 16,-8 4 2-16,-5 1 3 15,-6 5-5-15,1 0-2 16,-6 3-9 0,-5 3-134-16,-2 1-225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166F-FB6A-475A-BA03-168137237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C7FBE2-4FEB-44FB-8193-1C0C6A739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906F2-700C-4181-8FD7-4EEC83731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4F817-74B8-4856-A031-8B18281F0F8C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E86C8-CA91-4236-9923-059420BDC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C73F9-308A-46A0-B471-827E079B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4DEF5-998E-4294-B056-56CE47DB5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556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5221A-76D8-4A84-9039-0F04B757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F7A2F-C777-4E95-BB9C-948B94BEF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F4C47-C0FF-4CC1-A01A-14CDB464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4F817-74B8-4856-A031-8B18281F0F8C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F5CBF-9740-4ED9-88C3-090328806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BA23E-9BCF-498B-8707-30AC96836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4DEF5-998E-4294-B056-56CE47DB5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306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B6EB5-E9CF-46A1-B24B-37DBE7207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7FDF0-31A2-46F1-B1F3-4169C2F6A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A4BDD-9A6C-4B8F-B4AB-5B2D159A2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4F817-74B8-4856-A031-8B18281F0F8C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41CBF-C046-4A56-8C34-4ABB9629F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FFEC0-A00A-42E6-9D46-1FBB5BA6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4DEF5-998E-4294-B056-56CE47DB5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959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26FEB-ACAF-4C0B-9CF8-18F8947DA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80A2D-1662-4E12-9A57-EBDCA8A8C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75E53-D163-4C34-9829-EFDA4823E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CC802-F515-4A48-A9D2-E383DC91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4F817-74B8-4856-A031-8B18281F0F8C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FA722-0C3A-45A3-982C-EF86FF627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B06E2-9755-458C-8385-A0D1E7BD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4DEF5-998E-4294-B056-56CE47DB5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8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A9578-4322-4905-A27D-7C8A993F0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2653F-A3FB-4F2D-8D60-9B40E9B2C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242D5-9001-4454-A42F-5ABC0B409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CFA40D-FE8E-4152-B395-72BA8F450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C1C297-7843-4099-8C8E-58F9822024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3A629C-175C-458B-8541-3BE6DA34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4F817-74B8-4856-A031-8B18281F0F8C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50AE51-8ECF-4199-BB75-C053428E6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D4B63-C252-4A01-9EBD-012DD9912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4DEF5-998E-4294-B056-56CE47DB5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238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661A-9C08-48AD-82F0-094E9625C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03B607-038B-4347-B953-A5D205A5E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4F817-74B8-4856-A031-8B18281F0F8C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37EE52-E8D3-4DA6-A042-69D8FD28C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18A7D-AA38-407A-AB3C-4955FDCD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4DEF5-998E-4294-B056-56CE47DB5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303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702AB0-76FF-4F7C-B1C5-F2E97F6D9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4F817-74B8-4856-A031-8B18281F0F8C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18E74-A24F-4CBF-A13C-EA4C9F5D9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F178D-9E40-4319-A265-8A25397C7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4DEF5-998E-4294-B056-56CE47DB5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51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E7EAD-5B9A-43F8-B5B5-579C333C0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12107-87B1-4227-A438-BEFCF93A9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67E18-54C7-486E-9B22-72A8E022B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3082D-9324-4B24-A0B9-D3D197668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4F817-74B8-4856-A031-8B18281F0F8C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59064-4F8D-4D24-B57E-EC4068F5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F25F6-5C40-4D16-BE15-B852687A4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4DEF5-998E-4294-B056-56CE47DB5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9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F957C-81B6-43C9-A697-189F65242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FFD185-7FD0-420B-8679-A3A1536CB9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4B9E5-3675-4B71-9E85-C9208F3C4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1E8A4-B320-49E4-9470-610B1C82C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4F817-74B8-4856-A031-8B18281F0F8C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26E6A-298B-47B4-8D37-CC3B18DA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B21F8-59B1-48A3-B07F-591DD4DE4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4DEF5-998E-4294-B056-56CE47DB5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200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0938E-112D-4216-8DD7-4D567F38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67D59-31BB-4531-90C8-11AAB5A73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02B19-189C-4B7F-A4AF-2B90B5E35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4F817-74B8-4856-A031-8B18281F0F8C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C6BED-FE8E-41BD-B7E6-FF8EFE66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63C65-076D-4C54-8C81-1B10F315A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4DEF5-998E-4294-B056-56CE47DB5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680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DEB9EF-BD2C-4694-A14F-53ED08339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BF076E-3DF5-4AF7-8FCE-0F3D0F592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E78A2-C1E2-4CAB-9EF6-06A5B81F4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4F817-74B8-4856-A031-8B18281F0F8C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58C13-E5B8-4A4F-B7D0-225C59880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8A5CF-D0EC-45EE-A517-BD6F3C6EF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4DEF5-998E-4294-B056-56CE47DB5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19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07EEE1-E8C1-405C-921D-5BF0296B8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EFF69-1251-4259-8062-8CD0EA481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CF768-5A09-4807-B66C-F12EE2CA8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4F817-74B8-4856-A031-8B18281F0F8C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786E-DC99-4923-88DD-DC5B11D60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5B761-C03F-49CB-B7CC-8924DDC63C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4DEF5-998E-4294-B056-56CE47DB5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874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C43D05F-6A19-42B5-93E1-A2BF46C157C8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𝑁𝐹𝐴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C43D05F-6A19-42B5-93E1-A2BF46C157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1857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36E0-778F-48C3-85DC-3D88BE8529D9}" type="datetime1">
              <a:rPr lang="en-US" smtClean="0"/>
              <a:t>8/6/2025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2895600" y="0"/>
            <a:ext cx="7772400" cy="83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400"/>
            </a:lvl1pPr>
          </a:lstStyle>
          <a:p>
            <a:r>
              <a:rPr lang="en-US" dirty="0"/>
              <a:t>NFA with Ɛ- Transition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1981200" y="2971800"/>
            <a:ext cx="8229600" cy="304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dirty="0"/>
              <a:t>	We extend the class of an NFA by allowing ε transitions: </a:t>
            </a:r>
          </a:p>
          <a:p>
            <a:r>
              <a:rPr lang="en-US" sz="2200" dirty="0"/>
              <a:t>The automaton may be allowed to change its state without reading the input symbol. </a:t>
            </a:r>
          </a:p>
          <a:p>
            <a:r>
              <a:rPr lang="en-US" sz="2200" dirty="0"/>
              <a:t>Such transitions are depicted by labeling the appropriate arcs with ε. </a:t>
            </a:r>
          </a:p>
          <a:p>
            <a:r>
              <a:rPr lang="en-US" sz="2200" dirty="0"/>
              <a:t>‘ε’ does not belong to any alphabet (∑).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2971800" y="973815"/>
            <a:ext cx="4724400" cy="1423948"/>
            <a:chOff x="1447800" y="973815"/>
            <a:chExt cx="4724400" cy="1423948"/>
          </a:xfrm>
        </p:grpSpPr>
        <p:grpSp>
          <p:nvGrpSpPr>
            <p:cNvPr id="12" name="Group 11"/>
            <p:cNvGrpSpPr/>
            <p:nvPr/>
          </p:nvGrpSpPr>
          <p:grpSpPr>
            <a:xfrm>
              <a:off x="1447800" y="973815"/>
              <a:ext cx="4724400" cy="1423948"/>
              <a:chOff x="1447800" y="2895600"/>
              <a:chExt cx="4724400" cy="1600200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1905000" y="3733800"/>
                <a:ext cx="762000" cy="762000"/>
              </a:xfrm>
              <a:prstGeom prst="ellipse">
                <a:avLst/>
              </a:prstGeom>
              <a:noFill/>
              <a:ln>
                <a:solidFill>
                  <a:srgbClr val="7BE5E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q0</a:t>
                </a:r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5257800" y="3733800"/>
                <a:ext cx="762000" cy="762000"/>
              </a:xfrm>
              <a:prstGeom prst="ellipse">
                <a:avLst/>
              </a:prstGeom>
              <a:noFill/>
              <a:ln>
                <a:solidFill>
                  <a:srgbClr val="7BE5E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q1</a:t>
                </a:r>
              </a:p>
            </p:txBody>
          </p:sp>
          <p:cxnSp>
            <p:nvCxnSpPr>
              <p:cNvPr id="15" name="Straight Arrow Connector 14"/>
              <p:cNvCxnSpPr/>
              <p:nvPr/>
            </p:nvCxnSpPr>
            <p:spPr>
              <a:xfrm flipV="1">
                <a:off x="1447800" y="4267200"/>
                <a:ext cx="457200" cy="152400"/>
              </a:xfrm>
              <a:prstGeom prst="straightConnector1">
                <a:avLst/>
              </a:prstGeom>
              <a:ln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urved Connector 15"/>
              <p:cNvCxnSpPr>
                <a:stCxn id="13" idx="1"/>
                <a:endCxn id="13" idx="0"/>
              </p:cNvCxnSpPr>
              <p:nvPr/>
            </p:nvCxnSpPr>
            <p:spPr>
              <a:xfrm rot="5400000" flipH="1" flipV="1">
                <a:off x="2095500" y="3654892"/>
                <a:ext cx="111592" cy="269408"/>
              </a:xfrm>
              <a:prstGeom prst="curvedConnector3">
                <a:avLst>
                  <a:gd name="adj1" fmla="val 529532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urved Connector 18"/>
              <p:cNvCxnSpPr>
                <a:stCxn id="14" idx="0"/>
                <a:endCxn id="14" idx="7"/>
              </p:cNvCxnSpPr>
              <p:nvPr/>
            </p:nvCxnSpPr>
            <p:spPr>
              <a:xfrm rot="16200000" flipH="1">
                <a:off x="5717708" y="3654892"/>
                <a:ext cx="111592" cy="269408"/>
              </a:xfrm>
              <a:prstGeom prst="curvedConnector3">
                <a:avLst>
                  <a:gd name="adj1" fmla="val -482397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Oval 19"/>
              <p:cNvSpPr/>
              <p:nvPr/>
            </p:nvSpPr>
            <p:spPr>
              <a:xfrm>
                <a:off x="5334000" y="3810000"/>
                <a:ext cx="609600" cy="609600"/>
              </a:xfrm>
              <a:prstGeom prst="ellipse">
                <a:avLst/>
              </a:prstGeom>
              <a:noFill/>
              <a:ln>
                <a:solidFill>
                  <a:srgbClr val="7BE5E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981200" y="2895600"/>
                <a:ext cx="533400" cy="4150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0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638800" y="2895600"/>
                <a:ext cx="533400" cy="4150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810000" y="3685149"/>
                <a:ext cx="533400" cy="5188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ε</a:t>
                </a:r>
              </a:p>
            </p:txBody>
          </p:sp>
        </p:grpSp>
        <p:cxnSp>
          <p:nvCxnSpPr>
            <p:cNvPr id="26" name="Straight Arrow Connector 25"/>
            <p:cNvCxnSpPr>
              <a:stCxn id="13" idx="6"/>
              <a:endCxn id="14" idx="2"/>
            </p:cNvCxnSpPr>
            <p:nvPr/>
          </p:nvCxnSpPr>
          <p:spPr>
            <a:xfrm>
              <a:off x="2667000" y="2058726"/>
              <a:ext cx="2590800" cy="1588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C761F-D028-42D2-ABBE-9EE429376DBC}" type="datetime1">
              <a:rPr lang="en-US" smtClean="0"/>
              <a:t>8/6/2025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2895600" y="0"/>
            <a:ext cx="7772400" cy="83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400"/>
            </a:lvl1pPr>
          </a:lstStyle>
          <a:p>
            <a:r>
              <a:rPr lang="en-US" dirty="0"/>
              <a:t>Why  Ɛ- NFA ?/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1981200" y="1905000"/>
            <a:ext cx="8229600" cy="304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200" dirty="0"/>
              <a:t>ε -NFAs add a convenient feature.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200" dirty="0"/>
              <a:t>Through ε –NFAs we can implement some complex languages easily.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200" dirty="0"/>
              <a:t>They do not extend the power of an NFA.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200" dirty="0"/>
              <a:t>Both NFAs and ε-NFAs have same power.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A28E9-C29C-4DF9-8697-9441A6DB6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4126"/>
          </a:xfrm>
        </p:spPr>
        <p:txBody>
          <a:bodyPr/>
          <a:lstStyle/>
          <a:p>
            <a:r>
              <a:rPr lang="en-IN" dirty="0"/>
              <a:t>Definition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DE7891-A421-4990-8A2C-41CC79433F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161" y="1185775"/>
            <a:ext cx="8259851" cy="4915782"/>
          </a:xfrm>
        </p:spPr>
      </p:pic>
    </p:spTree>
    <p:extLst>
      <p:ext uri="{BB962C8B-B14F-4D97-AF65-F5344CB8AC3E}">
        <p14:creationId xmlns:p14="http://schemas.microsoft.com/office/powerpoint/2010/main" val="448837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26F7F-552B-4B0E-B982-E171FCAFF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9093"/>
            <a:ext cx="10515600" cy="5867870"/>
          </a:xfrm>
        </p:spPr>
        <p:txBody>
          <a:bodyPr/>
          <a:lstStyle/>
          <a:p>
            <a:pPr algn="l"/>
            <a:endParaRPr lang="en-I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just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 -NFAs add a convenient feature but (in a sense) they bring us nothing new: they do not extend the class of languages that can be represented. Both NFAs and ε-NFAs recognize exactly the same languages. </a:t>
            </a:r>
          </a:p>
          <a:p>
            <a:pPr marR="0" algn="just"/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allow state-to-state transitions on ε input.</a:t>
            </a:r>
          </a:p>
          <a:p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transitions are done spontaneously, without looking at the input string.</a:t>
            </a:r>
          </a:p>
          <a:p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convenience at times, but still only regular languages are accepted.</a:t>
            </a:r>
          </a:p>
          <a:p>
            <a:endParaRPr lang="en-I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7273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63AF-7FE1-4FFC-8AF5-0B7CBCB99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pic>
        <p:nvPicPr>
          <p:cNvPr id="75" name="Content Placeholder 74">
            <a:extLst>
              <a:ext uri="{FF2B5EF4-FFF2-40B4-BE49-F238E27FC236}">
                <a16:creationId xmlns:a16="http://schemas.microsoft.com/office/drawing/2014/main" id="{33443797-190A-4178-B183-F53B42332C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99292" y="2267110"/>
            <a:ext cx="3276598" cy="3249293"/>
          </a:xfrm>
        </p:spPr>
      </p:pic>
      <p:grpSp>
        <p:nvGrpSpPr>
          <p:cNvPr id="4" name="Group 30">
            <a:extLst>
              <a:ext uri="{FF2B5EF4-FFF2-40B4-BE49-F238E27FC236}">
                <a16:creationId xmlns:a16="http://schemas.microsoft.com/office/drawing/2014/main" id="{FBC75A87-DA67-4659-B62F-561C0EEFAF42}"/>
              </a:ext>
            </a:extLst>
          </p:cNvPr>
          <p:cNvGrpSpPr>
            <a:grpSpLocks/>
          </p:cNvGrpSpPr>
          <p:nvPr/>
        </p:nvGrpSpPr>
        <p:grpSpPr bwMode="auto">
          <a:xfrm>
            <a:off x="1716110" y="2423632"/>
            <a:ext cx="4114800" cy="2743200"/>
            <a:chOff x="240" y="1296"/>
            <a:chExt cx="2592" cy="1728"/>
          </a:xfrm>
        </p:grpSpPr>
        <p:sp>
          <p:nvSpPr>
            <p:cNvPr id="5" name="Oval 3">
              <a:extLst>
                <a:ext uri="{FF2B5EF4-FFF2-40B4-BE49-F238E27FC236}">
                  <a16:creationId xmlns:a16="http://schemas.microsoft.com/office/drawing/2014/main" id="{EE494A90-6BB9-4174-996A-DCE4260AA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824"/>
              <a:ext cx="288" cy="288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C</a:t>
              </a:r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A83A8454-49D5-44AC-8F51-6958483C5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592"/>
              <a:ext cx="288" cy="288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E</a:t>
              </a:r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B8DA20BC-F839-40B3-B19C-22A4AAA62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592"/>
              <a:ext cx="288" cy="288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F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B39249A-3F87-4CF7-813C-04A7DD015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208"/>
              <a:ext cx="288" cy="288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A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27AC439-E6CE-4611-AEE3-A7B992816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824"/>
              <a:ext cx="288" cy="288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598D24B-F483-4389-93FA-F9613D4C2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824"/>
              <a:ext cx="288" cy="288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D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91F184E-9956-4036-8479-0ACF73B78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384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253CA62A-B453-41EB-9D43-C35243933D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2331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4C691894-709D-4985-B0F1-CCDB0CFE11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1947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68C561A9-EFC9-4FF8-B7CC-928D90964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427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F3AD84F6-36CB-458D-AE34-F2D88B97D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947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B307990B-543F-4637-9909-1B88EC8718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2091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71006ECF-03CD-4188-AA17-1DF906F4F3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2043"/>
              <a:ext cx="48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FC84F7AB-12F1-4F09-A021-2CCDF8DA4D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715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10B09ED8-66B4-49DA-A489-858916B148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947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05EF87E6-5A4D-4982-8C28-31199A059F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2091"/>
              <a:ext cx="48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D8D41211-11B2-432B-8FDE-520248B014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824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</a:t>
              </a: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978F8E43-A8D4-436F-AF95-A2F340340B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680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</a:t>
              </a: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E1F355B8-9AD6-4966-B1A7-00D6152A3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680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1</a:t>
              </a:r>
            </a:p>
          </p:txBody>
        </p:sp>
        <p:cxnSp>
          <p:nvCxnSpPr>
            <p:cNvPr id="24" name="AutoShape 23">
              <a:extLst>
                <a:ext uri="{FF2B5EF4-FFF2-40B4-BE49-F238E27FC236}">
                  <a16:creationId xmlns:a16="http://schemas.microsoft.com/office/drawing/2014/main" id="{4544CA51-3C61-4970-811C-24C361A73F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1872" y="1179"/>
              <a:ext cx="8" cy="1256"/>
            </a:xfrm>
            <a:prstGeom prst="curvedConnector3">
              <a:avLst>
                <a:gd name="adj1" fmla="val -24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4ACA4EF1-C4AD-4DB6-B913-8121DD84BB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544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0</a:t>
              </a:r>
            </a:p>
          </p:txBody>
        </p:sp>
        <p:sp>
          <p:nvSpPr>
            <p:cNvPr id="26" name="Text Box 25">
              <a:extLst>
                <a:ext uri="{FF2B5EF4-FFF2-40B4-BE49-F238E27FC236}">
                  <a16:creationId xmlns:a16="http://schemas.microsoft.com/office/drawing/2014/main" id="{9B3C54FD-480F-4AC6-B0E6-4E603D44EE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304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0</a:t>
              </a:r>
            </a:p>
          </p:txBody>
        </p:sp>
        <p:sp>
          <p:nvSpPr>
            <p:cNvPr id="27" name="Text Box 26">
              <a:extLst>
                <a:ext uri="{FF2B5EF4-FFF2-40B4-BE49-F238E27FC236}">
                  <a16:creationId xmlns:a16="http://schemas.microsoft.com/office/drawing/2014/main" id="{CC585892-979A-4A4F-A465-96359DDFB7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736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0</a:t>
              </a:r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5C52C166-7CFC-44CE-BC6C-1AB0FCC18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296"/>
              <a:ext cx="25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200">
                  <a:latin typeface="Lucida Sans Unicode" panose="020B0602030504020204" pitchFamily="34" charset="0"/>
                </a:rPr>
                <a:t>ε</a:t>
              </a:r>
            </a:p>
          </p:txBody>
        </p:sp>
        <p:sp>
          <p:nvSpPr>
            <p:cNvPr id="29" name="Text Box 28">
              <a:extLst>
                <a:ext uri="{FF2B5EF4-FFF2-40B4-BE49-F238E27FC236}">
                  <a16:creationId xmlns:a16="http://schemas.microsoft.com/office/drawing/2014/main" id="{7142F4A8-E74E-437D-9BAF-9998FD58C6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160"/>
              <a:ext cx="25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200">
                  <a:latin typeface="Lucida Sans Unicode" panose="020B0602030504020204" pitchFamily="34" charset="0"/>
                </a:rPr>
                <a:t>ε</a:t>
              </a:r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3FD4F72F-8945-4BD9-B9B2-73889F805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256"/>
              <a:ext cx="25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200">
                  <a:latin typeface="Lucida Sans Unicode" panose="020B0602030504020204" pitchFamily="34" charset="0"/>
                </a:rPr>
                <a:t>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652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06AA19-58D6-0BDF-DF78-D427F1187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913" y="1253699"/>
            <a:ext cx="8011971" cy="514890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F23A88F-8415-9330-78E4-900BA4F3D870}"/>
              </a:ext>
            </a:extLst>
          </p:cNvPr>
          <p:cNvSpPr txBox="1"/>
          <p:nvPr/>
        </p:nvSpPr>
        <p:spPr>
          <a:xfrm>
            <a:off x="1900990" y="216568"/>
            <a:ext cx="7772400" cy="83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400"/>
            </a:lvl1pPr>
          </a:lstStyle>
          <a:p>
            <a:r>
              <a:rPr lang="en-US" dirty="0"/>
              <a:t>Conversion of ε –NFA to NFA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9553C-0CD7-C1DC-DB72-51D50E81E064}"/>
              </a:ext>
            </a:extLst>
          </p:cNvPr>
          <p:cNvSpPr txBox="1"/>
          <p:nvPr/>
        </p:nvSpPr>
        <p:spPr>
          <a:xfrm>
            <a:off x="1591494" y="6406047"/>
            <a:ext cx="7369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374151"/>
                </a:solidFill>
                <a:effectLst/>
                <a:latin typeface="system-ui"/>
              </a:rPr>
              <a:t>*</a:t>
            </a:r>
            <a:r>
              <a:rPr lang="en-US" b="0" i="0" dirty="0">
                <a:solidFill>
                  <a:srgbClr val="374151"/>
                </a:solidFill>
                <a:effectLst/>
                <a:latin typeface="system-ui"/>
              </a:rPr>
              <a:t> All states that have </a:t>
            </a:r>
            <a:r>
              <a:rPr lang="en-US" dirty="0">
                <a:solidFill>
                  <a:srgbClr val="374151"/>
                </a:solidFill>
                <a:effectLst/>
                <a:latin typeface="KaTeX_Main"/>
              </a:rPr>
              <a:t>Final state of </a:t>
            </a:r>
            <a:r>
              <a:rPr lang="en-US" dirty="0"/>
              <a:t>ε –NFA</a:t>
            </a:r>
            <a:r>
              <a:rPr lang="en-US" dirty="0">
                <a:effectLst/>
                <a:latin typeface="KaTeX_Main"/>
              </a:rPr>
              <a:t>​</a:t>
            </a:r>
            <a:r>
              <a:rPr lang="en-US" b="0" i="0" dirty="0">
                <a:solidFill>
                  <a:srgbClr val="374151"/>
                </a:solidFill>
                <a:effectLst/>
                <a:latin typeface="system-ui"/>
              </a:rPr>
              <a:t> in their null closure are final states.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474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F5F5-FED5-430D-AAA2-430E0CFD8F6C}" type="datetime1">
              <a:rPr lang="en-US" smtClean="0"/>
              <a:t>8/6/2025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2895600" y="0"/>
            <a:ext cx="7772400" cy="83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400"/>
            </a:lvl1pPr>
          </a:lstStyle>
          <a:p>
            <a:r>
              <a:rPr lang="en-US" dirty="0"/>
              <a:t>ε –Closure of a state 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1981200" y="1447800"/>
            <a:ext cx="8229600" cy="1295400"/>
          </a:xfrm>
        </p:spPr>
        <p:txBody>
          <a:bodyPr>
            <a:normAutofit/>
          </a:bodyPr>
          <a:lstStyle/>
          <a:p>
            <a:r>
              <a:rPr lang="en-US" sz="2200" dirty="0"/>
              <a:t>The ε-closure of the state q, denoted as ε-Closure(q), is the set that contains q, together with all states that can be reached starting at q by following only ε-transitions.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3276600" y="2514600"/>
            <a:ext cx="5181600" cy="1905000"/>
            <a:chOff x="1752600" y="2514600"/>
            <a:chExt cx="5181600" cy="1905000"/>
          </a:xfrm>
        </p:grpSpPr>
        <p:cxnSp>
          <p:nvCxnSpPr>
            <p:cNvPr id="101" name="Straight Arrow Connector 100"/>
            <p:cNvCxnSpPr>
              <a:stCxn id="14" idx="6"/>
              <a:endCxn id="18" idx="2"/>
            </p:cNvCxnSpPr>
            <p:nvPr/>
          </p:nvCxnSpPr>
          <p:spPr>
            <a:xfrm>
              <a:off x="4572000" y="4038600"/>
              <a:ext cx="1219200" cy="1588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1752600" y="2514600"/>
              <a:ext cx="5181600" cy="1905000"/>
              <a:chOff x="1447800" y="2514600"/>
              <a:chExt cx="5181600" cy="1905000"/>
            </a:xfrm>
          </p:grpSpPr>
          <p:cxnSp>
            <p:nvCxnSpPr>
              <p:cNvPr id="120" name="Curved Connector 119"/>
              <p:cNvCxnSpPr>
                <a:stCxn id="12" idx="0"/>
                <a:endCxn id="12" idx="7"/>
              </p:cNvCxnSpPr>
              <p:nvPr/>
            </p:nvCxnSpPr>
            <p:spPr>
              <a:xfrm rot="16200000" flipH="1">
                <a:off x="2212508" y="3578692"/>
                <a:ext cx="111592" cy="269408"/>
              </a:xfrm>
              <a:prstGeom prst="curvedConnector3">
                <a:avLst>
                  <a:gd name="adj1" fmla="val -680642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Curved Connector 121"/>
              <p:cNvCxnSpPr>
                <a:stCxn id="14" idx="0"/>
                <a:endCxn id="14" idx="7"/>
              </p:cNvCxnSpPr>
              <p:nvPr/>
            </p:nvCxnSpPr>
            <p:spPr>
              <a:xfrm rot="16200000" flipH="1">
                <a:off x="3965108" y="3578692"/>
                <a:ext cx="111592" cy="269408"/>
              </a:xfrm>
              <a:prstGeom prst="curvedConnector3">
                <a:avLst>
                  <a:gd name="adj1" fmla="val -773157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Curved Connector 122"/>
              <p:cNvCxnSpPr>
                <a:stCxn id="18" idx="0"/>
                <a:endCxn id="18" idx="7"/>
              </p:cNvCxnSpPr>
              <p:nvPr/>
            </p:nvCxnSpPr>
            <p:spPr>
              <a:xfrm rot="16200000" flipH="1">
                <a:off x="5946308" y="3578692"/>
                <a:ext cx="111592" cy="269408"/>
              </a:xfrm>
              <a:prstGeom prst="curvedConnector3">
                <a:avLst>
                  <a:gd name="adj1" fmla="val -746723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" name="Group 133"/>
              <p:cNvGrpSpPr/>
              <p:nvPr/>
            </p:nvGrpSpPr>
            <p:grpSpPr>
              <a:xfrm>
                <a:off x="1447800" y="2514600"/>
                <a:ext cx="5181600" cy="1905000"/>
                <a:chOff x="1447800" y="2514600"/>
                <a:chExt cx="5181600" cy="1905000"/>
              </a:xfrm>
            </p:grpSpPr>
            <p:grpSp>
              <p:nvGrpSpPr>
                <p:cNvPr id="3" name="Group 132"/>
                <p:cNvGrpSpPr/>
                <p:nvPr/>
              </p:nvGrpSpPr>
              <p:grpSpPr>
                <a:xfrm>
                  <a:off x="1447800" y="3653135"/>
                  <a:ext cx="4800600" cy="766465"/>
                  <a:chOff x="1447800" y="3653135"/>
                  <a:chExt cx="4800600" cy="766465"/>
                </a:xfrm>
              </p:grpSpPr>
              <p:sp>
                <p:nvSpPr>
                  <p:cNvPr id="12" name="Oval 11"/>
                  <p:cNvSpPr/>
                  <p:nvPr/>
                </p:nvSpPr>
                <p:spPr>
                  <a:xfrm>
                    <a:off x="1752600" y="3657600"/>
                    <a:ext cx="762000" cy="762000"/>
                  </a:xfrm>
                  <a:prstGeom prst="ellipse">
                    <a:avLst/>
                  </a:prstGeom>
                  <a:noFill/>
                  <a:ln>
                    <a:solidFill>
                      <a:srgbClr val="7BE5E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q0</a:t>
                    </a:r>
                  </a:p>
                </p:txBody>
              </p:sp>
              <p:cxnSp>
                <p:nvCxnSpPr>
                  <p:cNvPr id="13" name="Straight Arrow Connector 12"/>
                  <p:cNvCxnSpPr>
                    <a:endCxn id="12" idx="2"/>
                  </p:cNvCxnSpPr>
                  <p:nvPr/>
                </p:nvCxnSpPr>
                <p:spPr>
                  <a:xfrm flipV="1">
                    <a:off x="1447800" y="4038600"/>
                    <a:ext cx="304800" cy="228600"/>
                  </a:xfrm>
                  <a:prstGeom prst="straightConnector1">
                    <a:avLst/>
                  </a:prstGeom>
                  <a:ln w="31750">
                    <a:solidFill>
                      <a:srgbClr val="7BE5E5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" name="Oval 13"/>
                  <p:cNvSpPr/>
                  <p:nvPr/>
                </p:nvSpPr>
                <p:spPr>
                  <a:xfrm>
                    <a:off x="3505200" y="3657600"/>
                    <a:ext cx="762000" cy="762000"/>
                  </a:xfrm>
                  <a:prstGeom prst="ellipse">
                    <a:avLst/>
                  </a:prstGeom>
                  <a:noFill/>
                  <a:ln>
                    <a:solidFill>
                      <a:srgbClr val="7BE5E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q1</a:t>
                    </a:r>
                  </a:p>
                </p:txBody>
              </p:sp>
              <p:sp>
                <p:nvSpPr>
                  <p:cNvPr id="16" name="Oval 15"/>
                  <p:cNvSpPr/>
                  <p:nvPr/>
                </p:nvSpPr>
                <p:spPr>
                  <a:xfrm>
                    <a:off x="5562600" y="3733800"/>
                    <a:ext cx="609600" cy="609600"/>
                  </a:xfrm>
                  <a:prstGeom prst="ellipse">
                    <a:avLst/>
                  </a:prstGeom>
                  <a:noFill/>
                  <a:ln>
                    <a:solidFill>
                      <a:srgbClr val="7BE5E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Oval 17"/>
                  <p:cNvSpPr/>
                  <p:nvPr/>
                </p:nvSpPr>
                <p:spPr>
                  <a:xfrm>
                    <a:off x="5486400" y="3657600"/>
                    <a:ext cx="762000" cy="762000"/>
                  </a:xfrm>
                  <a:prstGeom prst="ellipse">
                    <a:avLst/>
                  </a:prstGeom>
                  <a:noFill/>
                  <a:ln>
                    <a:solidFill>
                      <a:srgbClr val="7BE5E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q2</a:t>
                    </a:r>
                  </a:p>
                </p:txBody>
              </p:sp>
              <p:cxnSp>
                <p:nvCxnSpPr>
                  <p:cNvPr id="40" name="Straight Arrow Connector 39"/>
                  <p:cNvCxnSpPr>
                    <a:stCxn id="12" idx="6"/>
                    <a:endCxn id="14" idx="2"/>
                  </p:cNvCxnSpPr>
                  <p:nvPr/>
                </p:nvCxnSpPr>
                <p:spPr>
                  <a:xfrm>
                    <a:off x="2514600" y="4038600"/>
                    <a:ext cx="990600" cy="1588"/>
                  </a:xfrm>
                  <a:prstGeom prst="straightConnector1">
                    <a:avLst/>
                  </a:prstGeom>
                  <a:ln w="31750">
                    <a:solidFill>
                      <a:srgbClr val="7BE5E5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4724400" y="3653135"/>
                    <a:ext cx="53340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b="1" dirty="0">
                        <a:solidFill>
                          <a:srgbClr val="FF0000"/>
                        </a:solidFill>
                      </a:rPr>
                      <a:t>ε</a:t>
                    </a:r>
                  </a:p>
                </p:txBody>
              </p:sp>
              <p:sp>
                <p:nvSpPr>
                  <p:cNvPr id="45" name="TextBox 44"/>
                  <p:cNvSpPr txBox="1"/>
                  <p:nvPr/>
                </p:nvSpPr>
                <p:spPr>
                  <a:xfrm>
                    <a:off x="2819400" y="3653135"/>
                    <a:ext cx="53340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b="1" dirty="0">
                        <a:solidFill>
                          <a:srgbClr val="FF0000"/>
                        </a:solidFill>
                      </a:rPr>
                      <a:t>ε</a:t>
                    </a:r>
                  </a:p>
                </p:txBody>
              </p:sp>
            </p:grpSp>
            <p:sp>
              <p:nvSpPr>
                <p:cNvPr id="130" name="TextBox 129"/>
                <p:cNvSpPr txBox="1"/>
                <p:nvPr/>
              </p:nvSpPr>
              <p:spPr>
                <a:xfrm>
                  <a:off x="2362200" y="2586335"/>
                  <a:ext cx="5334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a</a:t>
                  </a:r>
                </a:p>
              </p:txBody>
            </p:sp>
            <p:sp>
              <p:nvSpPr>
                <p:cNvPr id="131" name="TextBox 130"/>
                <p:cNvSpPr txBox="1"/>
                <p:nvPr/>
              </p:nvSpPr>
              <p:spPr>
                <a:xfrm>
                  <a:off x="4114800" y="2514600"/>
                  <a:ext cx="5334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b</a:t>
                  </a:r>
                </a:p>
              </p:txBody>
            </p:sp>
            <p:sp>
              <p:nvSpPr>
                <p:cNvPr id="132" name="TextBox 131"/>
                <p:cNvSpPr txBox="1"/>
                <p:nvPr/>
              </p:nvSpPr>
              <p:spPr>
                <a:xfrm>
                  <a:off x="6096000" y="2514600"/>
                  <a:ext cx="5334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c</a:t>
                  </a:r>
                </a:p>
              </p:txBody>
            </p:sp>
          </p:grpSp>
        </p:grpSp>
      </p:grpSp>
      <p:sp>
        <p:nvSpPr>
          <p:cNvPr id="26" name="Content Placeholder 10"/>
          <p:cNvSpPr txBox="1"/>
          <p:nvPr/>
        </p:nvSpPr>
        <p:spPr>
          <a:xfrm>
            <a:off x="2133600" y="4648200"/>
            <a:ext cx="8229600" cy="129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ε-Closure(q0) = {q0, q1, q2}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ε-Closure(q1) = {q1, q2}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ε-Closure(q2) = {q2}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7844A-6375-43B4-8B16-CEF526A370BA}" type="datetime1">
              <a:rPr lang="en-US" smtClean="0"/>
              <a:t>8/6/2025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Title 1"/>
          <p:cNvSpPr txBox="1"/>
          <p:nvPr/>
        </p:nvSpPr>
        <p:spPr>
          <a:xfrm>
            <a:off x="2895600" y="0"/>
            <a:ext cx="7772400" cy="83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400"/>
            </a:lvl1pPr>
          </a:lstStyle>
          <a:p>
            <a:r>
              <a:rPr lang="en-US" dirty="0"/>
              <a:t>Conversion of ε –NFA to NFA 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2057400" y="838200"/>
            <a:ext cx="5181600" cy="1447800"/>
            <a:chOff x="1752600" y="2514600"/>
            <a:chExt cx="5181600" cy="1905000"/>
          </a:xfrm>
        </p:grpSpPr>
        <p:cxnSp>
          <p:nvCxnSpPr>
            <p:cNvPr id="46" name="Straight Arrow Connector 45"/>
            <p:cNvCxnSpPr>
              <a:stCxn id="58" idx="6"/>
              <a:endCxn id="60" idx="2"/>
            </p:cNvCxnSpPr>
            <p:nvPr/>
          </p:nvCxnSpPr>
          <p:spPr>
            <a:xfrm>
              <a:off x="4572000" y="4038600"/>
              <a:ext cx="1219200" cy="1588"/>
            </a:xfrm>
            <a:prstGeom prst="straightConnector1">
              <a:avLst/>
            </a:prstGeom>
            <a:ln w="31750">
              <a:solidFill>
                <a:srgbClr val="7BE5E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Group 24"/>
            <p:cNvGrpSpPr/>
            <p:nvPr/>
          </p:nvGrpSpPr>
          <p:grpSpPr>
            <a:xfrm>
              <a:off x="1752600" y="2514600"/>
              <a:ext cx="5181600" cy="1905000"/>
              <a:chOff x="1447800" y="2514600"/>
              <a:chExt cx="5181600" cy="1905000"/>
            </a:xfrm>
          </p:grpSpPr>
          <p:cxnSp>
            <p:nvCxnSpPr>
              <p:cNvPr id="48" name="Curved Connector 47"/>
              <p:cNvCxnSpPr>
                <a:stCxn id="56" idx="0"/>
                <a:endCxn id="56" idx="7"/>
              </p:cNvCxnSpPr>
              <p:nvPr/>
            </p:nvCxnSpPr>
            <p:spPr>
              <a:xfrm rot="16200000" flipH="1">
                <a:off x="2212508" y="3578692"/>
                <a:ext cx="111592" cy="269408"/>
              </a:xfrm>
              <a:prstGeom prst="curvedConnector3">
                <a:avLst>
                  <a:gd name="adj1" fmla="val -680642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urved Connector 48"/>
              <p:cNvCxnSpPr>
                <a:stCxn id="58" idx="0"/>
                <a:endCxn id="58" idx="7"/>
              </p:cNvCxnSpPr>
              <p:nvPr/>
            </p:nvCxnSpPr>
            <p:spPr>
              <a:xfrm rot="16200000" flipH="1">
                <a:off x="3965108" y="3578692"/>
                <a:ext cx="111592" cy="269408"/>
              </a:xfrm>
              <a:prstGeom prst="curvedConnector3">
                <a:avLst>
                  <a:gd name="adj1" fmla="val -773157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urved Connector 49"/>
              <p:cNvCxnSpPr>
                <a:stCxn id="60" idx="0"/>
                <a:endCxn id="60" idx="7"/>
              </p:cNvCxnSpPr>
              <p:nvPr/>
            </p:nvCxnSpPr>
            <p:spPr>
              <a:xfrm rot="16200000" flipH="1">
                <a:off x="5946308" y="3578692"/>
                <a:ext cx="111592" cy="269408"/>
              </a:xfrm>
              <a:prstGeom prst="curvedConnector3">
                <a:avLst>
                  <a:gd name="adj1" fmla="val -746723"/>
                </a:avLst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1" name="Group 133"/>
              <p:cNvGrpSpPr/>
              <p:nvPr/>
            </p:nvGrpSpPr>
            <p:grpSpPr>
              <a:xfrm>
                <a:off x="1447800" y="2514600"/>
                <a:ext cx="5181600" cy="1905000"/>
                <a:chOff x="1447800" y="2514600"/>
                <a:chExt cx="5181600" cy="1905000"/>
              </a:xfrm>
            </p:grpSpPr>
            <p:grpSp>
              <p:nvGrpSpPr>
                <p:cNvPr id="52" name="Group 132"/>
                <p:cNvGrpSpPr/>
                <p:nvPr/>
              </p:nvGrpSpPr>
              <p:grpSpPr>
                <a:xfrm>
                  <a:off x="1447800" y="3517232"/>
                  <a:ext cx="4800600" cy="902368"/>
                  <a:chOff x="1447800" y="3517232"/>
                  <a:chExt cx="4800600" cy="902368"/>
                </a:xfrm>
              </p:grpSpPr>
              <p:sp>
                <p:nvSpPr>
                  <p:cNvPr id="56" name="Oval 55"/>
                  <p:cNvSpPr/>
                  <p:nvPr/>
                </p:nvSpPr>
                <p:spPr>
                  <a:xfrm>
                    <a:off x="1752600" y="3657600"/>
                    <a:ext cx="762000" cy="762000"/>
                  </a:xfrm>
                  <a:prstGeom prst="ellipse">
                    <a:avLst/>
                  </a:prstGeom>
                  <a:noFill/>
                  <a:ln>
                    <a:solidFill>
                      <a:srgbClr val="7BE5E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q0</a:t>
                    </a:r>
                  </a:p>
                </p:txBody>
              </p:sp>
              <p:cxnSp>
                <p:nvCxnSpPr>
                  <p:cNvPr id="57" name="Straight Arrow Connector 56"/>
                  <p:cNvCxnSpPr>
                    <a:endCxn id="56" idx="2"/>
                  </p:cNvCxnSpPr>
                  <p:nvPr/>
                </p:nvCxnSpPr>
                <p:spPr>
                  <a:xfrm flipV="1">
                    <a:off x="1447800" y="4038600"/>
                    <a:ext cx="304800" cy="228600"/>
                  </a:xfrm>
                  <a:prstGeom prst="straightConnector1">
                    <a:avLst/>
                  </a:prstGeom>
                  <a:ln w="31750">
                    <a:solidFill>
                      <a:srgbClr val="7BE5E5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8" name="Oval 57"/>
                  <p:cNvSpPr/>
                  <p:nvPr/>
                </p:nvSpPr>
                <p:spPr>
                  <a:xfrm>
                    <a:off x="3505200" y="3657600"/>
                    <a:ext cx="762000" cy="762000"/>
                  </a:xfrm>
                  <a:prstGeom prst="ellipse">
                    <a:avLst/>
                  </a:prstGeom>
                  <a:noFill/>
                  <a:ln>
                    <a:solidFill>
                      <a:srgbClr val="7BE5E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q1</a:t>
                    </a:r>
                  </a:p>
                </p:txBody>
              </p:sp>
              <p:sp>
                <p:nvSpPr>
                  <p:cNvPr id="59" name="Oval 58"/>
                  <p:cNvSpPr/>
                  <p:nvPr/>
                </p:nvSpPr>
                <p:spPr>
                  <a:xfrm>
                    <a:off x="5562600" y="3733800"/>
                    <a:ext cx="609600" cy="609600"/>
                  </a:xfrm>
                  <a:prstGeom prst="ellipse">
                    <a:avLst/>
                  </a:prstGeom>
                  <a:noFill/>
                  <a:ln>
                    <a:solidFill>
                      <a:srgbClr val="7BE5E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" name="Oval 59"/>
                  <p:cNvSpPr/>
                  <p:nvPr/>
                </p:nvSpPr>
                <p:spPr>
                  <a:xfrm>
                    <a:off x="5486400" y="3657600"/>
                    <a:ext cx="762000" cy="762000"/>
                  </a:xfrm>
                  <a:prstGeom prst="ellipse">
                    <a:avLst/>
                  </a:prstGeom>
                  <a:noFill/>
                  <a:ln>
                    <a:solidFill>
                      <a:srgbClr val="7BE5E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q2</a:t>
                    </a:r>
                  </a:p>
                </p:txBody>
              </p:sp>
              <p:cxnSp>
                <p:nvCxnSpPr>
                  <p:cNvPr id="61" name="Straight Arrow Connector 60"/>
                  <p:cNvCxnSpPr>
                    <a:stCxn id="56" idx="6"/>
                    <a:endCxn id="58" idx="2"/>
                  </p:cNvCxnSpPr>
                  <p:nvPr/>
                </p:nvCxnSpPr>
                <p:spPr>
                  <a:xfrm>
                    <a:off x="2514600" y="4038600"/>
                    <a:ext cx="990600" cy="1588"/>
                  </a:xfrm>
                  <a:prstGeom prst="straightConnector1">
                    <a:avLst/>
                  </a:prstGeom>
                  <a:ln w="31750">
                    <a:solidFill>
                      <a:srgbClr val="7BE5E5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TextBox 61"/>
                  <p:cNvSpPr txBox="1"/>
                  <p:nvPr/>
                </p:nvSpPr>
                <p:spPr>
                  <a:xfrm>
                    <a:off x="4724400" y="3517232"/>
                    <a:ext cx="533400" cy="6074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b="1" dirty="0">
                        <a:solidFill>
                          <a:srgbClr val="FF0000"/>
                        </a:solidFill>
                      </a:rPr>
                      <a:t>ε</a:t>
                    </a:r>
                  </a:p>
                </p:txBody>
              </p:sp>
              <p:sp>
                <p:nvSpPr>
                  <p:cNvPr id="63" name="TextBox 62"/>
                  <p:cNvSpPr txBox="1"/>
                  <p:nvPr/>
                </p:nvSpPr>
                <p:spPr>
                  <a:xfrm>
                    <a:off x="2819400" y="3517232"/>
                    <a:ext cx="533400" cy="6074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b="1" dirty="0">
                        <a:solidFill>
                          <a:srgbClr val="FF0000"/>
                        </a:solidFill>
                      </a:rPr>
                      <a:t>ε</a:t>
                    </a:r>
                  </a:p>
                </p:txBody>
              </p:sp>
            </p:grpSp>
            <p:sp>
              <p:nvSpPr>
                <p:cNvPr id="53" name="TextBox 52"/>
                <p:cNvSpPr txBox="1"/>
                <p:nvPr/>
              </p:nvSpPr>
              <p:spPr>
                <a:xfrm>
                  <a:off x="2362200" y="2586336"/>
                  <a:ext cx="533400" cy="6074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a</a:t>
                  </a: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4114800" y="2514600"/>
                  <a:ext cx="533400" cy="6074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b</a:t>
                  </a:r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6096000" y="2514600"/>
                  <a:ext cx="533400" cy="6074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c</a:t>
                  </a:r>
                </a:p>
              </p:txBody>
            </p:sp>
          </p:grpSp>
        </p:grpSp>
      </p:grp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1905000" y="2590800"/>
          <a:ext cx="29718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States</a:t>
                      </a:r>
                      <a:endParaRPr lang="en-US" b="0" dirty="0">
                        <a:ln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ε</a:t>
                      </a:r>
                      <a:r>
                        <a:rPr lang="en-US" sz="1800" dirty="0"/>
                        <a:t>-Closure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q0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{q0, q1, q2}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{q1, q2}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q2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{q2}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5562601" y="2590800"/>
          <a:ext cx="4495799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q0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{q0, q1, q2}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{q1, q2}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{q2}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/>
                        </a:rPr>
                        <a:t>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{q1, q2}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{q2}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q2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/>
                        </a:rPr>
                        <a:t>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/>
                        </a:rPr>
                        <a:t>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{q2}</a:t>
                      </a:r>
                    </a:p>
                  </a:txBody>
                  <a:tcPr>
                    <a:lnL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3" name="Group 112"/>
          <p:cNvGrpSpPr/>
          <p:nvPr/>
        </p:nvGrpSpPr>
        <p:grpSpPr>
          <a:xfrm>
            <a:off x="4114800" y="4343401"/>
            <a:ext cx="5257800" cy="2024931"/>
            <a:chOff x="2590800" y="4343400"/>
            <a:chExt cx="5257800" cy="2024931"/>
          </a:xfrm>
        </p:grpSpPr>
        <p:grpSp>
          <p:nvGrpSpPr>
            <p:cNvPr id="111" name="Group 110"/>
            <p:cNvGrpSpPr/>
            <p:nvPr/>
          </p:nvGrpSpPr>
          <p:grpSpPr>
            <a:xfrm>
              <a:off x="2590800" y="4343400"/>
              <a:ext cx="5257800" cy="2024931"/>
              <a:chOff x="2590800" y="4419601"/>
              <a:chExt cx="5257800" cy="2024931"/>
            </a:xfrm>
          </p:grpSpPr>
          <p:cxnSp>
            <p:nvCxnSpPr>
              <p:cNvPr id="67" name="Straight Arrow Connector 66"/>
              <p:cNvCxnSpPr>
                <a:stCxn id="79" idx="6"/>
                <a:endCxn id="81" idx="2"/>
              </p:cNvCxnSpPr>
              <p:nvPr/>
            </p:nvCxnSpPr>
            <p:spPr>
              <a:xfrm flipV="1">
                <a:off x="5410200" y="5484411"/>
                <a:ext cx="1278591" cy="16234"/>
              </a:xfrm>
              <a:prstGeom prst="straightConnector1">
                <a:avLst/>
              </a:prstGeom>
              <a:ln w="31750">
                <a:solidFill>
                  <a:srgbClr val="7BE5E5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6" name="Group 95"/>
              <p:cNvGrpSpPr/>
              <p:nvPr/>
            </p:nvGrpSpPr>
            <p:grpSpPr>
              <a:xfrm>
                <a:off x="2590800" y="4419601"/>
                <a:ext cx="5257800" cy="2024931"/>
                <a:chOff x="1295400" y="4680669"/>
                <a:chExt cx="5257800" cy="2024931"/>
              </a:xfrm>
            </p:grpSpPr>
            <p:cxnSp>
              <p:nvCxnSpPr>
                <p:cNvPr id="69" name="Curved Connector 68"/>
                <p:cNvCxnSpPr>
                  <a:stCxn id="77" idx="0"/>
                  <a:endCxn id="77" idx="7"/>
                </p:cNvCxnSpPr>
                <p:nvPr/>
              </p:nvCxnSpPr>
              <p:spPr>
                <a:xfrm rot="16200000" flipH="1">
                  <a:off x="2076637" y="5309607"/>
                  <a:ext cx="102665" cy="273370"/>
                </a:xfrm>
                <a:prstGeom prst="curvedConnector3">
                  <a:avLst>
                    <a:gd name="adj1" fmla="val -423783"/>
                  </a:avLst>
                </a:prstGeom>
                <a:ln w="31750">
                  <a:solidFill>
                    <a:srgbClr val="7BE5E5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Curved Connector 69"/>
                <p:cNvCxnSpPr>
                  <a:stCxn id="79" idx="0"/>
                  <a:endCxn id="79" idx="7"/>
                </p:cNvCxnSpPr>
                <p:nvPr/>
              </p:nvCxnSpPr>
              <p:spPr>
                <a:xfrm rot="16200000" flipH="1">
                  <a:off x="3824573" y="5319313"/>
                  <a:ext cx="107420" cy="258710"/>
                </a:xfrm>
                <a:prstGeom prst="curvedConnector3">
                  <a:avLst>
                    <a:gd name="adj1" fmla="val -405025"/>
                  </a:avLst>
                </a:prstGeom>
                <a:ln w="31750">
                  <a:solidFill>
                    <a:srgbClr val="7BE5E5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Curved Connector 70"/>
                <p:cNvCxnSpPr>
                  <a:stCxn id="81" idx="0"/>
                  <a:endCxn id="81" idx="7"/>
                </p:cNvCxnSpPr>
                <p:nvPr/>
              </p:nvCxnSpPr>
              <p:spPr>
                <a:xfrm rot="16200000" flipH="1">
                  <a:off x="5865346" y="5309607"/>
                  <a:ext cx="102665" cy="273370"/>
                </a:xfrm>
                <a:prstGeom prst="curvedConnector3">
                  <a:avLst>
                    <a:gd name="adj1" fmla="val -423783"/>
                  </a:avLst>
                </a:prstGeom>
                <a:ln w="31750">
                  <a:solidFill>
                    <a:srgbClr val="7BE5E5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2" name="Group 133"/>
                <p:cNvGrpSpPr/>
                <p:nvPr/>
              </p:nvGrpSpPr>
              <p:grpSpPr>
                <a:xfrm>
                  <a:off x="1295400" y="4680669"/>
                  <a:ext cx="5257800" cy="1447799"/>
                  <a:chOff x="1447800" y="2881196"/>
                  <a:chExt cx="5181600" cy="1573695"/>
                </a:xfrm>
              </p:grpSpPr>
              <p:grpSp>
                <p:nvGrpSpPr>
                  <p:cNvPr id="73" name="Group 132"/>
                  <p:cNvGrpSpPr/>
                  <p:nvPr/>
                </p:nvGrpSpPr>
                <p:grpSpPr>
                  <a:xfrm>
                    <a:off x="1447800" y="3591340"/>
                    <a:ext cx="4800600" cy="863551"/>
                    <a:chOff x="1447800" y="3591340"/>
                    <a:chExt cx="4800600" cy="863551"/>
                  </a:xfrm>
                </p:grpSpPr>
                <p:sp>
                  <p:nvSpPr>
                    <p:cNvPr id="77" name="Oval 76"/>
                    <p:cNvSpPr/>
                    <p:nvPr/>
                  </p:nvSpPr>
                  <p:spPr>
                    <a:xfrm>
                      <a:off x="1752600" y="3657600"/>
                      <a:ext cx="762000" cy="762000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BE5E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q0</a:t>
                      </a:r>
                    </a:p>
                  </p:txBody>
                </p:sp>
                <p:cxnSp>
                  <p:nvCxnSpPr>
                    <p:cNvPr id="78" name="Straight Arrow Connector 77"/>
                    <p:cNvCxnSpPr>
                      <a:endCxn id="77" idx="2"/>
                    </p:cNvCxnSpPr>
                    <p:nvPr/>
                  </p:nvCxnSpPr>
                  <p:spPr>
                    <a:xfrm flipV="1">
                      <a:off x="1447800" y="4038600"/>
                      <a:ext cx="304800" cy="228600"/>
                    </a:xfrm>
                    <a:prstGeom prst="straightConnector1">
                      <a:avLst/>
                    </a:prstGeom>
                    <a:ln w="31750">
                      <a:solidFill>
                        <a:srgbClr val="7BE5E5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9" name="Oval 78"/>
                    <p:cNvSpPr/>
                    <p:nvPr/>
                  </p:nvSpPr>
                  <p:spPr>
                    <a:xfrm>
                      <a:off x="3505200" y="3657598"/>
                      <a:ext cx="721139" cy="797293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BE5E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q1</a:t>
                      </a:r>
                    </a:p>
                  </p:txBody>
                </p:sp>
                <p:sp>
                  <p:nvSpPr>
                    <p:cNvPr id="80" name="Oval 79"/>
                    <p:cNvSpPr/>
                    <p:nvPr/>
                  </p:nvSpPr>
                  <p:spPr>
                    <a:xfrm>
                      <a:off x="5562600" y="3733800"/>
                      <a:ext cx="609600" cy="609600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BE5E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1" name="Oval 80"/>
                    <p:cNvSpPr/>
                    <p:nvPr/>
                  </p:nvSpPr>
                  <p:spPr>
                    <a:xfrm>
                      <a:off x="5486400" y="3657600"/>
                      <a:ext cx="762000" cy="762000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BE5E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q2</a:t>
                      </a:r>
                    </a:p>
                  </p:txBody>
                </p:sp>
                <p:cxnSp>
                  <p:nvCxnSpPr>
                    <p:cNvPr id="82" name="Straight Arrow Connector 81"/>
                    <p:cNvCxnSpPr>
                      <a:stCxn id="77" idx="6"/>
                      <a:endCxn id="79" idx="2"/>
                    </p:cNvCxnSpPr>
                    <p:nvPr/>
                  </p:nvCxnSpPr>
                  <p:spPr>
                    <a:xfrm>
                      <a:off x="2514600" y="4038599"/>
                      <a:ext cx="990600" cy="17646"/>
                    </a:xfrm>
                    <a:prstGeom prst="straightConnector1">
                      <a:avLst/>
                    </a:prstGeom>
                    <a:ln w="31750">
                      <a:solidFill>
                        <a:srgbClr val="7BE5E5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3" name="TextBox 82"/>
                    <p:cNvSpPr txBox="1"/>
                    <p:nvPr/>
                  </p:nvSpPr>
                  <p:spPr>
                    <a:xfrm>
                      <a:off x="4601817" y="3591340"/>
                      <a:ext cx="655982" cy="5018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b, c</a:t>
                      </a:r>
                    </a:p>
                  </p:txBody>
                </p:sp>
                <p:sp>
                  <p:nvSpPr>
                    <p:cNvPr id="84" name="TextBox 83"/>
                    <p:cNvSpPr txBox="1"/>
                    <p:nvPr/>
                  </p:nvSpPr>
                  <p:spPr>
                    <a:xfrm>
                      <a:off x="2724426" y="3591340"/>
                      <a:ext cx="655982" cy="5018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a, b</a:t>
                      </a:r>
                    </a:p>
                  </p:txBody>
                </p:sp>
              </p:grpSp>
              <p:sp>
                <p:nvSpPr>
                  <p:cNvPr id="74" name="TextBox 73"/>
                  <p:cNvSpPr txBox="1"/>
                  <p:nvPr/>
                </p:nvSpPr>
                <p:spPr>
                  <a:xfrm>
                    <a:off x="2362200" y="2881196"/>
                    <a:ext cx="533400" cy="5018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b="1" dirty="0">
                        <a:solidFill>
                          <a:srgbClr val="FF0000"/>
                        </a:solidFill>
                      </a:rPr>
                      <a:t>a</a:t>
                    </a:r>
                  </a:p>
                </p:txBody>
              </p:sp>
              <p:sp>
                <p:nvSpPr>
                  <p:cNvPr id="75" name="TextBox 74"/>
                  <p:cNvSpPr txBox="1"/>
                  <p:nvPr/>
                </p:nvSpPr>
                <p:spPr>
                  <a:xfrm>
                    <a:off x="4114800" y="2881196"/>
                    <a:ext cx="533400" cy="5018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b="1" dirty="0">
                        <a:solidFill>
                          <a:srgbClr val="FF0000"/>
                        </a:solidFill>
                      </a:rPr>
                      <a:t>b</a:t>
                    </a:r>
                  </a:p>
                </p:txBody>
              </p:sp>
              <p:sp>
                <p:nvSpPr>
                  <p:cNvPr id="76" name="TextBox 75"/>
                  <p:cNvSpPr txBox="1"/>
                  <p:nvPr/>
                </p:nvSpPr>
                <p:spPr>
                  <a:xfrm>
                    <a:off x="6096000" y="2881196"/>
                    <a:ext cx="533400" cy="5018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b="1" dirty="0">
                        <a:solidFill>
                          <a:srgbClr val="FF0000"/>
                        </a:solidFill>
                      </a:rPr>
                      <a:t>c</a:t>
                    </a:r>
                  </a:p>
                </p:txBody>
              </p:sp>
            </p:grpSp>
            <p:cxnSp>
              <p:nvCxnSpPr>
                <p:cNvPr id="87" name="Curved Connector 86"/>
                <p:cNvCxnSpPr>
                  <a:stCxn id="77" idx="4"/>
                  <a:endCxn id="81" idx="4"/>
                </p:cNvCxnSpPr>
                <p:nvPr/>
              </p:nvCxnSpPr>
              <p:spPr>
                <a:xfrm rot="16200000" flipH="1">
                  <a:off x="3885639" y="4201645"/>
                  <a:ext cx="1588" cy="3788709"/>
                </a:xfrm>
                <a:prstGeom prst="curvedConnector3">
                  <a:avLst>
                    <a:gd name="adj1" fmla="val 38542707"/>
                  </a:avLst>
                </a:prstGeom>
                <a:ln w="31750">
                  <a:solidFill>
                    <a:srgbClr val="7BE5E5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Box 93"/>
                <p:cNvSpPr txBox="1"/>
                <p:nvPr/>
              </p:nvSpPr>
              <p:spPr>
                <a:xfrm>
                  <a:off x="3525371" y="6243935"/>
                  <a:ext cx="970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a, b, c</a:t>
                  </a:r>
                </a:p>
              </p:txBody>
            </p:sp>
          </p:grpSp>
        </p:grpSp>
        <p:sp>
          <p:nvSpPr>
            <p:cNvPr id="97" name="Oval 96"/>
            <p:cNvSpPr/>
            <p:nvPr/>
          </p:nvSpPr>
          <p:spPr>
            <a:xfrm>
              <a:off x="4724400" y="5181600"/>
              <a:ext cx="609600" cy="533400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/>
            <p:cNvSpPr/>
            <p:nvPr/>
          </p:nvSpPr>
          <p:spPr>
            <a:xfrm>
              <a:off x="2971800" y="5105400"/>
              <a:ext cx="618565" cy="560832"/>
            </a:xfrm>
            <a:prstGeom prst="ellipse">
              <a:avLst/>
            </a:prstGeom>
            <a:noFill/>
            <a:ln>
              <a:solidFill>
                <a:srgbClr val="7BE5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4" name="TextBox 113"/>
          <p:cNvSpPr txBox="1"/>
          <p:nvPr/>
        </p:nvSpPr>
        <p:spPr>
          <a:xfrm>
            <a:off x="6858000" y="1066801"/>
            <a:ext cx="381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sym typeface="Symbol" panose="05050102010706020507"/>
              </a:rPr>
              <a:t>(q0, a)= </a:t>
            </a:r>
            <a:r>
              <a:rPr lang="en-US" dirty="0">
                <a:solidFill>
                  <a:srgbClr val="C00000"/>
                </a:solidFill>
              </a:rPr>
              <a:t>ε-Closure</a:t>
            </a:r>
            <a:r>
              <a:rPr lang="en-US" dirty="0">
                <a:solidFill>
                  <a:srgbClr val="C00000"/>
                </a:solidFill>
                <a:sym typeface="Symbol" panose="05050102010706020507"/>
              </a:rPr>
              <a:t>(</a:t>
            </a:r>
            <a:r>
              <a:rPr lang="en-US" dirty="0">
                <a:solidFill>
                  <a:srgbClr val="C00000"/>
                </a:solidFill>
              </a:rPr>
              <a:t>ε-Closure</a:t>
            </a:r>
            <a:r>
              <a:rPr lang="en-US" dirty="0">
                <a:solidFill>
                  <a:srgbClr val="C00000"/>
                </a:solidFill>
                <a:sym typeface="Symbol" panose="05050102010706020507"/>
              </a:rPr>
              <a:t>(q0), a)</a:t>
            </a:r>
          </a:p>
          <a:p>
            <a:pPr marL="738505"/>
            <a:r>
              <a:rPr lang="en-US" dirty="0">
                <a:solidFill>
                  <a:srgbClr val="C00000"/>
                </a:solidFill>
                <a:sym typeface="Symbol" panose="05050102010706020507"/>
              </a:rPr>
              <a:t>= </a:t>
            </a:r>
            <a:r>
              <a:rPr lang="en-US" dirty="0">
                <a:solidFill>
                  <a:srgbClr val="C00000"/>
                </a:solidFill>
              </a:rPr>
              <a:t>ε-Closure</a:t>
            </a:r>
            <a:r>
              <a:rPr lang="en-US" dirty="0">
                <a:solidFill>
                  <a:srgbClr val="C00000"/>
                </a:solidFill>
                <a:sym typeface="Symbol" panose="05050102010706020507"/>
              </a:rPr>
              <a:t>({ q0,q1,q2},a)</a:t>
            </a:r>
          </a:p>
          <a:p>
            <a:pPr marL="738505"/>
            <a:r>
              <a:rPr lang="en-US" dirty="0">
                <a:solidFill>
                  <a:srgbClr val="C00000"/>
                </a:solidFill>
                <a:sym typeface="Symbol" panose="05050102010706020507"/>
              </a:rPr>
              <a:t>= </a:t>
            </a:r>
            <a:r>
              <a:rPr lang="en-US" dirty="0">
                <a:solidFill>
                  <a:srgbClr val="C00000"/>
                </a:solidFill>
              </a:rPr>
              <a:t>ε-Closure</a:t>
            </a:r>
            <a:r>
              <a:rPr lang="en-US" dirty="0">
                <a:solidFill>
                  <a:srgbClr val="C00000"/>
                </a:solidFill>
                <a:sym typeface="Symbol" panose="05050102010706020507"/>
              </a:rPr>
              <a:t>(q0)</a:t>
            </a:r>
          </a:p>
          <a:p>
            <a:pPr marL="738505"/>
            <a:r>
              <a:rPr lang="en-US" dirty="0">
                <a:solidFill>
                  <a:srgbClr val="C00000"/>
                </a:solidFill>
                <a:sym typeface="Symbol" panose="05050102010706020507"/>
              </a:rPr>
              <a:t>= </a:t>
            </a:r>
            <a:r>
              <a:rPr lang="en-US" dirty="0">
                <a:solidFill>
                  <a:srgbClr val="C00000"/>
                </a:solidFill>
              </a:rPr>
              <a:t>{q0, q1, q2}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DDD69-1830-4FDE-9B28-10684E0B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Question-1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46536B-3D88-4823-94B2-0588476033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342" y="1027906"/>
            <a:ext cx="7918321" cy="2195837"/>
          </a:xfrm>
        </p:spPr>
      </p:pic>
    </p:spTree>
    <p:extLst>
      <p:ext uri="{BB962C8B-B14F-4D97-AF65-F5344CB8AC3E}">
        <p14:creationId xmlns:p14="http://schemas.microsoft.com/office/powerpoint/2010/main" val="1566871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6ECF0-F54E-46B6-94EB-6231C2F54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Solution-1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5FFABF-2D39-465B-BF7E-43DE0AADA1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0171" y="2554568"/>
            <a:ext cx="5972778" cy="3298400"/>
          </a:xfrm>
        </p:spPr>
      </p:pic>
    </p:spTree>
    <p:extLst>
      <p:ext uri="{BB962C8B-B14F-4D97-AF65-F5344CB8AC3E}">
        <p14:creationId xmlns:p14="http://schemas.microsoft.com/office/powerpoint/2010/main" val="2737093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B610A-0FE9-4BA0-81C8-353EE7A2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Question-2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EA995B0-A816-4002-9D37-A5DD7F1BDB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8203" y="2121349"/>
            <a:ext cx="5357378" cy="3266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515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D3224-3750-477E-8F7C-9DF6DE700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Solution-2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C90D34C-6574-5F7A-6B76-FA7A68462A1E}"/>
                  </a:ext>
                </a:extLst>
              </p14:cNvPr>
              <p14:cNvContentPartPr/>
              <p14:nvPr/>
            </p14:nvContentPartPr>
            <p14:xfrm>
              <a:off x="1073520" y="775080"/>
              <a:ext cx="10320480" cy="5388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C90D34C-6574-5F7A-6B76-FA7A68462A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4160" y="765720"/>
                <a:ext cx="10339200" cy="540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839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1755</TotalTime>
  <Words>446</Words>
  <Application>Microsoft Office PowerPoint</Application>
  <PresentationFormat>Widescreen</PresentationFormat>
  <Paragraphs>113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KaTeX_Main</vt:lpstr>
      <vt:lpstr>Lucida Sans Unicode</vt:lpstr>
      <vt:lpstr>Symbol</vt:lpstr>
      <vt:lpstr>system-ui</vt:lpstr>
      <vt:lpstr>Times New Roman</vt:lpstr>
      <vt:lpstr>Office Theme</vt:lpstr>
      <vt:lpstr>ϵ-NFA</vt:lpstr>
      <vt:lpstr>PowerPoint Presentation</vt:lpstr>
      <vt:lpstr>PowerPoint Presentation</vt:lpstr>
      <vt:lpstr>Definition</vt:lpstr>
      <vt:lpstr>PowerPoint Presentation</vt:lpstr>
      <vt:lpstr>Example</vt:lpstr>
      <vt:lpstr>PowerPoint Presentation</vt:lpstr>
      <vt:lpstr>PowerPoint Presentation</vt:lpstr>
      <vt:lpstr>PowerPoint Presentation</vt:lpstr>
      <vt:lpstr>Question-1</vt:lpstr>
      <vt:lpstr>Solution-1</vt:lpstr>
      <vt:lpstr>Question-2</vt:lpstr>
      <vt:lpstr>Solution-2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ϵ-NFA</dc:title>
  <dc:creator>Simranjit Singh</dc:creator>
  <cp:lastModifiedBy>Rajnish Chaturvedi</cp:lastModifiedBy>
  <cp:revision>13</cp:revision>
  <dcterms:created xsi:type="dcterms:W3CDTF">2020-08-26T01:22:20Z</dcterms:created>
  <dcterms:modified xsi:type="dcterms:W3CDTF">2025-08-06T05:46:29Z</dcterms:modified>
</cp:coreProperties>
</file>