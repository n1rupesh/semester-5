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63" r:id="rId9"/>
    <p:sldId id="266" r:id="rId10"/>
    <p:sldId id="341" r:id="rId11"/>
    <p:sldId id="363" r:id="rId12"/>
    <p:sldId id="364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BBB828D-E1E8-4FEA-83F4-7E7C40D3EFC5}" v="39" dt="2022-09-12T05:43:46.8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mranjit" userId="2e0607b0-f894-409e-bc5e-dd11296ae8bf" providerId="ADAL" clId="{AEC83D66-7EE9-418C-84D9-2BD7D59509A1}"/>
    <pc:docChg chg="undo custSel addSld modSld">
      <pc:chgData name="Simranjit" userId="2e0607b0-f894-409e-bc5e-dd11296ae8bf" providerId="ADAL" clId="{AEC83D66-7EE9-418C-84D9-2BD7D59509A1}" dt="2020-09-10T06:03:54.199" v="43" actId="2710"/>
      <pc:docMkLst>
        <pc:docMk/>
      </pc:docMkLst>
      <pc:sldChg chg="addSp delSp modSp new mod">
        <pc:chgData name="Simranjit" userId="2e0607b0-f894-409e-bc5e-dd11296ae8bf" providerId="ADAL" clId="{AEC83D66-7EE9-418C-84D9-2BD7D59509A1}" dt="2020-09-10T06:03:54.199" v="43" actId="2710"/>
        <pc:sldMkLst>
          <pc:docMk/>
          <pc:sldMk cId="2469020361" sldId="264"/>
        </pc:sldMkLst>
        <pc:spChg chg="del">
          <ac:chgData name="Simranjit" userId="2e0607b0-f894-409e-bc5e-dd11296ae8bf" providerId="ADAL" clId="{AEC83D66-7EE9-418C-84D9-2BD7D59509A1}" dt="2020-09-10T06:01:08.150" v="3" actId="478"/>
          <ac:spMkLst>
            <pc:docMk/>
            <pc:sldMk cId="2469020361" sldId="264"/>
            <ac:spMk id="2" creationId="{1D3C8F14-DAFA-488F-ADAB-B03179309A40}"/>
          </ac:spMkLst>
        </pc:spChg>
        <pc:spChg chg="add del mod">
          <ac:chgData name="Simranjit" userId="2e0607b0-f894-409e-bc5e-dd11296ae8bf" providerId="ADAL" clId="{AEC83D66-7EE9-418C-84D9-2BD7D59509A1}" dt="2020-09-10T06:02:52.480" v="29" actId="1076"/>
          <ac:spMkLst>
            <pc:docMk/>
            <pc:sldMk cId="2469020361" sldId="264"/>
            <ac:spMk id="3" creationId="{3727FFB9-7DB0-4EA3-8FE6-AAC4E79E500F}"/>
          </ac:spMkLst>
        </pc:spChg>
        <pc:spChg chg="add del mod">
          <ac:chgData name="Simranjit" userId="2e0607b0-f894-409e-bc5e-dd11296ae8bf" providerId="ADAL" clId="{AEC83D66-7EE9-418C-84D9-2BD7D59509A1}" dt="2020-09-10T06:02:52.480" v="29" actId="1076"/>
          <ac:spMkLst>
            <pc:docMk/>
            <pc:sldMk cId="2469020361" sldId="264"/>
            <ac:spMk id="4" creationId="{386E7106-1BDA-4C59-89BD-F383A0DE6D7D}"/>
          </ac:spMkLst>
        </pc:spChg>
        <pc:spChg chg="add del mod">
          <ac:chgData name="Simranjit" userId="2e0607b0-f894-409e-bc5e-dd11296ae8bf" providerId="ADAL" clId="{AEC83D66-7EE9-418C-84D9-2BD7D59509A1}" dt="2020-09-10T06:02:52.480" v="29" actId="1076"/>
          <ac:spMkLst>
            <pc:docMk/>
            <pc:sldMk cId="2469020361" sldId="264"/>
            <ac:spMk id="5" creationId="{1953614E-C82B-4EE4-AE39-F0839065556F}"/>
          </ac:spMkLst>
        </pc:spChg>
        <pc:spChg chg="add del mod">
          <ac:chgData name="Simranjit" userId="2e0607b0-f894-409e-bc5e-dd11296ae8bf" providerId="ADAL" clId="{AEC83D66-7EE9-418C-84D9-2BD7D59509A1}" dt="2020-09-10T06:02:52.480" v="29" actId="1076"/>
          <ac:spMkLst>
            <pc:docMk/>
            <pc:sldMk cId="2469020361" sldId="264"/>
            <ac:spMk id="6" creationId="{FFD1EF76-CC91-4A24-A1F3-89519C24FBB8}"/>
          </ac:spMkLst>
        </pc:spChg>
        <pc:spChg chg="add del mod">
          <ac:chgData name="Simranjit" userId="2e0607b0-f894-409e-bc5e-dd11296ae8bf" providerId="ADAL" clId="{AEC83D66-7EE9-418C-84D9-2BD7D59509A1}" dt="2020-09-10T06:03:45.996" v="41" actId="2710"/>
          <ac:spMkLst>
            <pc:docMk/>
            <pc:sldMk cId="2469020361" sldId="264"/>
            <ac:spMk id="7" creationId="{542FD4E9-4936-4952-8DBB-CB51248E2650}"/>
          </ac:spMkLst>
        </pc:spChg>
        <pc:spChg chg="add del mod">
          <ac:chgData name="Simranjit" userId="2e0607b0-f894-409e-bc5e-dd11296ae8bf" providerId="ADAL" clId="{AEC83D66-7EE9-418C-84D9-2BD7D59509A1}" dt="2020-09-10T06:02:52.480" v="29" actId="1076"/>
          <ac:spMkLst>
            <pc:docMk/>
            <pc:sldMk cId="2469020361" sldId="264"/>
            <ac:spMk id="8" creationId="{8606FD11-0837-47E7-9061-5D46A0335D0B}"/>
          </ac:spMkLst>
        </pc:spChg>
        <pc:spChg chg="add del mod">
          <ac:chgData name="Simranjit" userId="2e0607b0-f894-409e-bc5e-dd11296ae8bf" providerId="ADAL" clId="{AEC83D66-7EE9-418C-84D9-2BD7D59509A1}" dt="2020-09-10T06:02:52.480" v="29" actId="1076"/>
          <ac:spMkLst>
            <pc:docMk/>
            <pc:sldMk cId="2469020361" sldId="264"/>
            <ac:spMk id="9" creationId="{8E880EF1-9272-44F1-A641-C211846C49FA}"/>
          </ac:spMkLst>
        </pc:spChg>
        <pc:spChg chg="add del mod">
          <ac:chgData name="Simranjit" userId="2e0607b0-f894-409e-bc5e-dd11296ae8bf" providerId="ADAL" clId="{AEC83D66-7EE9-418C-84D9-2BD7D59509A1}" dt="2020-09-10T06:03:54.199" v="43" actId="2710"/>
          <ac:spMkLst>
            <pc:docMk/>
            <pc:sldMk cId="2469020361" sldId="264"/>
            <ac:spMk id="10" creationId="{384E687F-555D-4B1D-9F2B-C3C3CE9E3D82}"/>
          </ac:spMkLst>
        </pc:spChg>
        <pc:spChg chg="add del mod">
          <ac:chgData name="Simranjit" userId="2e0607b0-f894-409e-bc5e-dd11296ae8bf" providerId="ADAL" clId="{AEC83D66-7EE9-418C-84D9-2BD7D59509A1}" dt="2020-09-10T06:02:48.293" v="28" actId="478"/>
          <ac:spMkLst>
            <pc:docMk/>
            <pc:sldMk cId="2469020361" sldId="264"/>
            <ac:spMk id="12" creationId="{4A3505CA-14F3-4DBC-9D69-2B4C85CEEA1A}"/>
          </ac:spMkLst>
        </pc:spChg>
      </pc:sldChg>
    </pc:docChg>
  </pc:docChgLst>
  <pc:docChgLst>
    <pc:chgData name="Simranjit Singh" userId="2e0607b0-f894-409e-bc5e-dd11296ae8bf" providerId="ADAL" clId="{0BBB828D-E1E8-4FEA-83F4-7E7C40D3EFC5}"/>
    <pc:docChg chg="custSel modSld">
      <pc:chgData name="Simranjit Singh" userId="2e0607b0-f894-409e-bc5e-dd11296ae8bf" providerId="ADAL" clId="{0BBB828D-E1E8-4FEA-83F4-7E7C40D3EFC5}" dt="2022-09-14T05:07:16.051" v="245" actId="478"/>
      <pc:docMkLst>
        <pc:docMk/>
      </pc:docMkLst>
      <pc:sldChg chg="addSp delSp modSp mod">
        <pc:chgData name="Simranjit Singh" userId="2e0607b0-f894-409e-bc5e-dd11296ae8bf" providerId="ADAL" clId="{0BBB828D-E1E8-4FEA-83F4-7E7C40D3EFC5}" dt="2022-09-14T05:07:16.051" v="245" actId="478"/>
        <pc:sldMkLst>
          <pc:docMk/>
          <pc:sldMk cId="2856318707" sldId="257"/>
        </pc:sldMkLst>
        <pc:grpChg chg="del mod">
          <ac:chgData name="Simranjit Singh" userId="2e0607b0-f894-409e-bc5e-dd11296ae8bf" providerId="ADAL" clId="{0BBB828D-E1E8-4FEA-83F4-7E7C40D3EFC5}" dt="2022-09-12T03:34:19.042" v="15"/>
          <ac:grpSpMkLst>
            <pc:docMk/>
            <pc:sldMk cId="2856318707" sldId="257"/>
            <ac:grpSpMk id="19" creationId="{6794F7B1-95DA-4903-8DEA-12C16C1DFA28}"/>
          </ac:grpSpMkLst>
        </pc:grpChg>
        <pc:grpChg chg="del mod">
          <ac:chgData name="Simranjit Singh" userId="2e0607b0-f894-409e-bc5e-dd11296ae8bf" providerId="ADAL" clId="{0BBB828D-E1E8-4FEA-83F4-7E7C40D3EFC5}" dt="2022-09-12T03:34:28.739" v="26"/>
          <ac:grpSpMkLst>
            <pc:docMk/>
            <pc:sldMk cId="2856318707" sldId="257"/>
            <ac:grpSpMk id="21" creationId="{B993663E-17A3-4E35-9525-041004D0B6F4}"/>
          </ac:grpSpMkLst>
        </pc:grpChg>
        <pc:grpChg chg="del mod">
          <ac:chgData name="Simranjit Singh" userId="2e0607b0-f894-409e-bc5e-dd11296ae8bf" providerId="ADAL" clId="{0BBB828D-E1E8-4FEA-83F4-7E7C40D3EFC5}" dt="2022-09-12T05:13:04.618" v="111" actId="478"/>
          <ac:grpSpMkLst>
            <pc:docMk/>
            <pc:sldMk cId="2856318707" sldId="257"/>
            <ac:grpSpMk id="32" creationId="{14AA8795-39BE-4E84-B151-78C5DE60B40C}"/>
          </ac:grpSpMkLst>
        </pc:grpChg>
        <pc:grpChg chg="del mod">
          <ac:chgData name="Simranjit Singh" userId="2e0607b0-f894-409e-bc5e-dd11296ae8bf" providerId="ADAL" clId="{0BBB828D-E1E8-4FEA-83F4-7E7C40D3EFC5}" dt="2022-09-12T05:13:04.618" v="111" actId="478"/>
          <ac:grpSpMkLst>
            <pc:docMk/>
            <pc:sldMk cId="2856318707" sldId="257"/>
            <ac:grpSpMk id="37" creationId="{A2E056CD-A9AB-4B68-9D08-BBD99B8B793D}"/>
          </ac:grpSpMkLst>
        </pc:grpChg>
        <pc:grpChg chg="del mod">
          <ac:chgData name="Simranjit Singh" userId="2e0607b0-f894-409e-bc5e-dd11296ae8bf" providerId="ADAL" clId="{0BBB828D-E1E8-4FEA-83F4-7E7C40D3EFC5}" dt="2022-09-12T05:13:04.618" v="111" actId="478"/>
          <ac:grpSpMkLst>
            <pc:docMk/>
            <pc:sldMk cId="2856318707" sldId="257"/>
            <ac:grpSpMk id="38" creationId="{905D898D-C6AB-46A3-8D58-9DFF9662176F}"/>
          </ac:grpSpMkLst>
        </pc:grpChg>
        <pc:grpChg chg="del mod">
          <ac:chgData name="Simranjit Singh" userId="2e0607b0-f894-409e-bc5e-dd11296ae8bf" providerId="ADAL" clId="{0BBB828D-E1E8-4FEA-83F4-7E7C40D3EFC5}" dt="2022-09-12T03:35:18.888" v="57"/>
          <ac:grpSpMkLst>
            <pc:docMk/>
            <pc:sldMk cId="2856318707" sldId="257"/>
            <ac:grpSpMk id="41" creationId="{1554F29A-E1D2-405A-A25B-B86901209C76}"/>
          </ac:grpSpMkLst>
        </pc:grpChg>
        <pc:grpChg chg="del mod">
          <ac:chgData name="Simranjit Singh" userId="2e0607b0-f894-409e-bc5e-dd11296ae8bf" providerId="ADAL" clId="{0BBB828D-E1E8-4FEA-83F4-7E7C40D3EFC5}" dt="2022-09-12T05:41:49.426" v="127"/>
          <ac:grpSpMkLst>
            <pc:docMk/>
            <pc:sldMk cId="2856318707" sldId="257"/>
            <ac:grpSpMk id="41" creationId="{5E242918-67DD-475B-A12D-275CC3A2FA9F}"/>
          </ac:grpSpMkLst>
        </pc:grpChg>
        <pc:grpChg chg="del mod">
          <ac:chgData name="Simranjit Singh" userId="2e0607b0-f894-409e-bc5e-dd11296ae8bf" providerId="ADAL" clId="{0BBB828D-E1E8-4FEA-83F4-7E7C40D3EFC5}" dt="2022-09-12T03:35:01.633" v="47"/>
          <ac:grpSpMkLst>
            <pc:docMk/>
            <pc:sldMk cId="2856318707" sldId="257"/>
            <ac:grpSpMk id="51" creationId="{B822C732-7E69-477F-9929-AA38F07ED454}"/>
          </ac:grpSpMkLst>
        </pc:grpChg>
        <pc:grpChg chg="del mod">
          <ac:chgData name="Simranjit Singh" userId="2e0607b0-f894-409e-bc5e-dd11296ae8bf" providerId="ADAL" clId="{0BBB828D-E1E8-4FEA-83F4-7E7C40D3EFC5}" dt="2022-09-12T03:35:16.919" v="55"/>
          <ac:grpSpMkLst>
            <pc:docMk/>
            <pc:sldMk cId="2856318707" sldId="257"/>
            <ac:grpSpMk id="54" creationId="{8E4A3DFA-631D-4CC1-BCFF-37225D96C576}"/>
          </ac:grpSpMkLst>
        </pc:grpChg>
        <pc:grpChg chg="del mod">
          <ac:chgData name="Simranjit Singh" userId="2e0607b0-f894-409e-bc5e-dd11296ae8bf" providerId="ADAL" clId="{0BBB828D-E1E8-4FEA-83F4-7E7C40D3EFC5}" dt="2022-09-12T05:13:04.618" v="111" actId="478"/>
          <ac:grpSpMkLst>
            <pc:docMk/>
            <pc:sldMk cId="2856318707" sldId="257"/>
            <ac:grpSpMk id="57" creationId="{9DC69EE2-8B8F-4D50-9BF1-6C9CA5A971C0}"/>
          </ac:grpSpMkLst>
        </pc:grpChg>
        <pc:grpChg chg="del mod">
          <ac:chgData name="Simranjit Singh" userId="2e0607b0-f894-409e-bc5e-dd11296ae8bf" providerId="ADAL" clId="{0BBB828D-E1E8-4FEA-83F4-7E7C40D3EFC5}" dt="2022-09-12T03:35:18.888" v="57"/>
          <ac:grpSpMkLst>
            <pc:docMk/>
            <pc:sldMk cId="2856318707" sldId="257"/>
            <ac:grpSpMk id="60" creationId="{9082D3FF-63B0-4151-8F67-5E1E994D3028}"/>
          </ac:grpSpMkLst>
        </pc:grpChg>
        <pc:grpChg chg="del mod">
          <ac:chgData name="Simranjit Singh" userId="2e0607b0-f894-409e-bc5e-dd11296ae8bf" providerId="ADAL" clId="{0BBB828D-E1E8-4FEA-83F4-7E7C40D3EFC5}" dt="2022-09-12T05:13:04.618" v="111" actId="478"/>
          <ac:grpSpMkLst>
            <pc:docMk/>
            <pc:sldMk cId="2856318707" sldId="257"/>
            <ac:grpSpMk id="62" creationId="{342DEF67-5020-46FC-816B-40A3CE876684}"/>
          </ac:grpSpMkLst>
        </pc:grpChg>
        <pc:grpChg chg="del mod">
          <ac:chgData name="Simranjit Singh" userId="2e0607b0-f894-409e-bc5e-dd11296ae8bf" providerId="ADAL" clId="{0BBB828D-E1E8-4FEA-83F4-7E7C40D3EFC5}" dt="2022-09-12T03:35:21.624" v="59"/>
          <ac:grpSpMkLst>
            <pc:docMk/>
            <pc:sldMk cId="2856318707" sldId="257"/>
            <ac:grpSpMk id="64" creationId="{6B8E766F-AB16-490B-81D0-909CCFE53714}"/>
          </ac:grpSpMkLst>
        </pc:grpChg>
        <pc:grpChg chg="del mod">
          <ac:chgData name="Simranjit Singh" userId="2e0607b0-f894-409e-bc5e-dd11296ae8bf" providerId="ADAL" clId="{0BBB828D-E1E8-4FEA-83F4-7E7C40D3EFC5}" dt="2022-09-12T05:13:04.618" v="111" actId="478"/>
          <ac:grpSpMkLst>
            <pc:docMk/>
            <pc:sldMk cId="2856318707" sldId="257"/>
            <ac:grpSpMk id="66" creationId="{BB2257DC-FA98-46B6-89BF-81DF22EECDDF}"/>
          </ac:grpSpMkLst>
        </pc:grpChg>
        <pc:grpChg chg="del mod">
          <ac:chgData name="Simranjit Singh" userId="2e0607b0-f894-409e-bc5e-dd11296ae8bf" providerId="ADAL" clId="{0BBB828D-E1E8-4FEA-83F4-7E7C40D3EFC5}" dt="2022-09-12T03:35:35.092" v="87"/>
          <ac:grpSpMkLst>
            <pc:docMk/>
            <pc:sldMk cId="2856318707" sldId="257"/>
            <ac:grpSpMk id="75" creationId="{81B3B7BF-C2DC-4821-BA94-AD1188D00841}"/>
          </ac:grpSpMkLst>
        </pc:grpChg>
        <pc:grpChg chg="del mod">
          <ac:chgData name="Simranjit Singh" userId="2e0607b0-f894-409e-bc5e-dd11296ae8bf" providerId="ADAL" clId="{0BBB828D-E1E8-4FEA-83F4-7E7C40D3EFC5}" dt="2022-09-12T03:35:37.214" v="89"/>
          <ac:grpSpMkLst>
            <pc:docMk/>
            <pc:sldMk cId="2856318707" sldId="257"/>
            <ac:grpSpMk id="94" creationId="{307CDC9B-4448-418E-9645-D5A900D14CF3}"/>
          </ac:grpSpMkLst>
        </pc:grpChg>
        <pc:grpChg chg="del mod">
          <ac:chgData name="Simranjit Singh" userId="2e0607b0-f894-409e-bc5e-dd11296ae8bf" providerId="ADAL" clId="{0BBB828D-E1E8-4FEA-83F4-7E7C40D3EFC5}" dt="2022-09-12T05:13:10.274" v="112" actId="478"/>
          <ac:grpSpMkLst>
            <pc:docMk/>
            <pc:sldMk cId="2856318707" sldId="257"/>
            <ac:grpSpMk id="96" creationId="{3F6A8F47-848E-4ED0-9B30-97C5F14B35A9}"/>
          </ac:grpSpMkLst>
        </pc:grpChg>
        <pc:grpChg chg="del mod">
          <ac:chgData name="Simranjit Singh" userId="2e0607b0-f894-409e-bc5e-dd11296ae8bf" providerId="ADAL" clId="{0BBB828D-E1E8-4FEA-83F4-7E7C40D3EFC5}" dt="2022-09-12T05:13:04.618" v="111" actId="478"/>
          <ac:grpSpMkLst>
            <pc:docMk/>
            <pc:sldMk cId="2856318707" sldId="257"/>
            <ac:grpSpMk id="102" creationId="{140E9154-2BE2-4EC7-B6F1-7B9D8EA33299}"/>
          </ac:grpSpMkLst>
        </pc:grpChg>
        <pc:grpChg chg="del mod">
          <ac:chgData name="Simranjit Singh" userId="2e0607b0-f894-409e-bc5e-dd11296ae8bf" providerId="ADAL" clId="{0BBB828D-E1E8-4FEA-83F4-7E7C40D3EFC5}" dt="2022-09-12T05:41:49.426" v="127"/>
          <ac:grpSpMkLst>
            <pc:docMk/>
            <pc:sldMk cId="2856318707" sldId="257"/>
            <ac:grpSpMk id="103" creationId="{413D61DB-6F83-4FD6-8620-F43AE804295F}"/>
          </ac:grpSpMkLst>
        </pc:grpChg>
        <pc:grpChg chg="del mod">
          <ac:chgData name="Simranjit Singh" userId="2e0607b0-f894-409e-bc5e-dd11296ae8bf" providerId="ADAL" clId="{0BBB828D-E1E8-4FEA-83F4-7E7C40D3EFC5}" dt="2022-09-12T05:41:50.518" v="129"/>
          <ac:grpSpMkLst>
            <pc:docMk/>
            <pc:sldMk cId="2856318707" sldId="257"/>
            <ac:grpSpMk id="107" creationId="{D500B9E2-0BCE-4924-A292-4BA087A73D7F}"/>
          </ac:grpSpMkLst>
        </pc:grpChg>
        <pc:grpChg chg="del mod">
          <ac:chgData name="Simranjit Singh" userId="2e0607b0-f894-409e-bc5e-dd11296ae8bf" providerId="ADAL" clId="{0BBB828D-E1E8-4FEA-83F4-7E7C40D3EFC5}" dt="2022-09-12T05:41:54.816" v="137"/>
          <ac:grpSpMkLst>
            <pc:docMk/>
            <pc:sldMk cId="2856318707" sldId="257"/>
            <ac:grpSpMk id="109" creationId="{09DC7221-3B33-468F-88CE-4BF5357F4C19}"/>
          </ac:grpSpMkLst>
        </pc:grpChg>
        <pc:grpChg chg="del mod">
          <ac:chgData name="Simranjit Singh" userId="2e0607b0-f894-409e-bc5e-dd11296ae8bf" providerId="ADAL" clId="{0BBB828D-E1E8-4FEA-83F4-7E7C40D3EFC5}" dt="2022-09-14T05:07:16.051" v="245" actId="478"/>
          <ac:grpSpMkLst>
            <pc:docMk/>
            <pc:sldMk cId="2856318707" sldId="257"/>
            <ac:grpSpMk id="113" creationId="{C09C387B-81FA-44E6-B878-85B1F676365A}"/>
          </ac:grpSpMkLst>
        </pc:grpChg>
        <pc:grpChg chg="del mod">
          <ac:chgData name="Simranjit Singh" userId="2e0607b0-f894-409e-bc5e-dd11296ae8bf" providerId="ADAL" clId="{0BBB828D-E1E8-4FEA-83F4-7E7C40D3EFC5}" dt="2022-09-14T05:07:16.051" v="245" actId="478"/>
          <ac:grpSpMkLst>
            <pc:docMk/>
            <pc:sldMk cId="2856318707" sldId="257"/>
            <ac:grpSpMk id="117" creationId="{201EFBEC-0C92-4CC4-8121-6B1DB9AFAF65}"/>
          </ac:grpSpMkLst>
        </pc:grpChg>
        <pc:grpChg chg="del mod">
          <ac:chgData name="Simranjit Singh" userId="2e0607b0-f894-409e-bc5e-dd11296ae8bf" providerId="ADAL" clId="{0BBB828D-E1E8-4FEA-83F4-7E7C40D3EFC5}" dt="2022-09-14T05:07:16.051" v="245" actId="478"/>
          <ac:grpSpMkLst>
            <pc:docMk/>
            <pc:sldMk cId="2856318707" sldId="257"/>
            <ac:grpSpMk id="122" creationId="{537B89F1-13A9-443B-BE18-D23AE3513B88}"/>
          </ac:grpSpMkLst>
        </pc:grpChg>
        <pc:grpChg chg="del mod">
          <ac:chgData name="Simranjit Singh" userId="2e0607b0-f894-409e-bc5e-dd11296ae8bf" providerId="ADAL" clId="{0BBB828D-E1E8-4FEA-83F4-7E7C40D3EFC5}" dt="2022-09-14T05:07:16.051" v="245" actId="478"/>
          <ac:grpSpMkLst>
            <pc:docMk/>
            <pc:sldMk cId="2856318707" sldId="257"/>
            <ac:grpSpMk id="138" creationId="{7DE80DD3-3046-49E6-9665-2D3F4B6CEF98}"/>
          </ac:grpSpMkLst>
        </pc:grpChg>
        <pc:grpChg chg="del mod">
          <ac:chgData name="Simranjit Singh" userId="2e0607b0-f894-409e-bc5e-dd11296ae8bf" providerId="ADAL" clId="{0BBB828D-E1E8-4FEA-83F4-7E7C40D3EFC5}" dt="2022-09-14T05:07:16.051" v="245" actId="478"/>
          <ac:grpSpMkLst>
            <pc:docMk/>
            <pc:sldMk cId="2856318707" sldId="257"/>
            <ac:grpSpMk id="139" creationId="{ECAFDF97-14F2-41E7-B78E-9C5C86E0B8EC}"/>
          </ac:grpSpMkLst>
        </pc:grpChg>
        <pc:grpChg chg="del mod">
          <ac:chgData name="Simranjit Singh" userId="2e0607b0-f894-409e-bc5e-dd11296ae8bf" providerId="ADAL" clId="{0BBB828D-E1E8-4FEA-83F4-7E7C40D3EFC5}" dt="2022-09-14T05:07:16.051" v="245" actId="478"/>
          <ac:grpSpMkLst>
            <pc:docMk/>
            <pc:sldMk cId="2856318707" sldId="257"/>
            <ac:grpSpMk id="140" creationId="{41F02DE1-0AD2-4BD5-9744-8BB2F51AE42F}"/>
          </ac:grpSpMkLst>
        </pc:grpChg>
        <pc:grpChg chg="del mod">
          <ac:chgData name="Simranjit Singh" userId="2e0607b0-f894-409e-bc5e-dd11296ae8bf" providerId="ADAL" clId="{0BBB828D-E1E8-4FEA-83F4-7E7C40D3EFC5}" dt="2022-09-12T05:43:16.015" v="201"/>
          <ac:grpSpMkLst>
            <pc:docMk/>
            <pc:sldMk cId="2856318707" sldId="257"/>
            <ac:grpSpMk id="142" creationId="{7D294C15-26ED-4005-812A-894EC05A3B94}"/>
          </ac:grpSpMkLst>
        </pc:grpChg>
        <pc:grpChg chg="del mod">
          <ac:chgData name="Simranjit Singh" userId="2e0607b0-f894-409e-bc5e-dd11296ae8bf" providerId="ADAL" clId="{0BBB828D-E1E8-4FEA-83F4-7E7C40D3EFC5}" dt="2022-09-12T05:43:01.861" v="187"/>
          <ac:grpSpMkLst>
            <pc:docMk/>
            <pc:sldMk cId="2856318707" sldId="257"/>
            <ac:grpSpMk id="151" creationId="{B8ABA281-DED5-455E-BCAF-4FD01D100917}"/>
          </ac:grpSpMkLst>
        </pc:grpChg>
        <pc:grpChg chg="del mod">
          <ac:chgData name="Simranjit Singh" userId="2e0607b0-f894-409e-bc5e-dd11296ae8bf" providerId="ADAL" clId="{0BBB828D-E1E8-4FEA-83F4-7E7C40D3EFC5}" dt="2022-09-12T05:43:36.376" v="235"/>
          <ac:grpSpMkLst>
            <pc:docMk/>
            <pc:sldMk cId="2856318707" sldId="257"/>
            <ac:grpSpMk id="165" creationId="{C4E3ADA3-998C-4E91-8CBB-E9A9AAA1A1D3}"/>
          </ac:grpSpMkLst>
        </pc:grpChg>
        <pc:grpChg chg="del mod">
          <ac:chgData name="Simranjit Singh" userId="2e0607b0-f894-409e-bc5e-dd11296ae8bf" providerId="ADAL" clId="{0BBB828D-E1E8-4FEA-83F4-7E7C40D3EFC5}" dt="2022-09-12T05:43:36.376" v="235"/>
          <ac:grpSpMkLst>
            <pc:docMk/>
            <pc:sldMk cId="2856318707" sldId="257"/>
            <ac:grpSpMk id="166" creationId="{B7FB7A1A-0227-4768-AC98-AB296DCFFE61}"/>
          </ac:grpSpMkLst>
        </pc:grpChg>
        <pc:grpChg chg="del mod">
          <ac:chgData name="Simranjit Singh" userId="2e0607b0-f894-409e-bc5e-dd11296ae8bf" providerId="ADAL" clId="{0BBB828D-E1E8-4FEA-83F4-7E7C40D3EFC5}" dt="2022-09-12T05:43:36.376" v="235"/>
          <ac:grpSpMkLst>
            <pc:docMk/>
            <pc:sldMk cId="2856318707" sldId="257"/>
            <ac:grpSpMk id="167" creationId="{7403CAB0-B994-4194-8D19-03B737D30636}"/>
          </ac:grpSpMkLst>
        </pc:grpChg>
        <pc:grpChg chg="del mod">
          <ac:chgData name="Simranjit Singh" userId="2e0607b0-f894-409e-bc5e-dd11296ae8bf" providerId="ADAL" clId="{0BBB828D-E1E8-4FEA-83F4-7E7C40D3EFC5}" dt="2022-09-14T05:07:16.051" v="245" actId="478"/>
          <ac:grpSpMkLst>
            <pc:docMk/>
            <pc:sldMk cId="2856318707" sldId="257"/>
            <ac:grpSpMk id="171" creationId="{3C911135-89D7-4C62-BCE1-B41C76F6C854}"/>
          </ac:grpSpMkLst>
        </pc:grpChg>
        <pc:grpChg chg="del mod">
          <ac:chgData name="Simranjit Singh" userId="2e0607b0-f894-409e-bc5e-dd11296ae8bf" providerId="ADAL" clId="{0BBB828D-E1E8-4FEA-83F4-7E7C40D3EFC5}" dt="2022-09-14T05:07:16.051" v="245" actId="478"/>
          <ac:grpSpMkLst>
            <pc:docMk/>
            <pc:sldMk cId="2856318707" sldId="257"/>
            <ac:grpSpMk id="173" creationId="{E67FF885-C3E6-45E4-BDFA-CE49F01DB585}"/>
          </ac:grpSpMkLst>
        </pc:grpChg>
        <pc:grpChg chg="del mod">
          <ac:chgData name="Simranjit Singh" userId="2e0607b0-f894-409e-bc5e-dd11296ae8bf" providerId="ADAL" clId="{0BBB828D-E1E8-4FEA-83F4-7E7C40D3EFC5}" dt="2022-09-12T05:43:16.015" v="201"/>
          <ac:grpSpMkLst>
            <pc:docMk/>
            <pc:sldMk cId="2856318707" sldId="257"/>
            <ac:grpSpMk id="185" creationId="{7B092228-0E8A-4AA1-93C9-575A5A0F5087}"/>
          </ac:grpSpMkLst>
        </pc:grpChg>
        <pc:grpChg chg="del mod">
          <ac:chgData name="Simranjit Singh" userId="2e0607b0-f894-409e-bc5e-dd11296ae8bf" providerId="ADAL" clId="{0BBB828D-E1E8-4FEA-83F4-7E7C40D3EFC5}" dt="2022-09-12T05:43:17.420" v="204"/>
          <ac:grpSpMkLst>
            <pc:docMk/>
            <pc:sldMk cId="2856318707" sldId="257"/>
            <ac:grpSpMk id="186" creationId="{020309C5-9173-46A0-BC3A-19646849177E}"/>
          </ac:grpSpMkLst>
        </pc:grpChg>
        <pc:grpChg chg="del mod">
          <ac:chgData name="Simranjit Singh" userId="2e0607b0-f894-409e-bc5e-dd11296ae8bf" providerId="ADAL" clId="{0BBB828D-E1E8-4FEA-83F4-7E7C40D3EFC5}" dt="2022-09-12T05:43:21.508" v="211"/>
          <ac:grpSpMkLst>
            <pc:docMk/>
            <pc:sldMk cId="2856318707" sldId="257"/>
            <ac:grpSpMk id="189" creationId="{07D131D9-1864-4AF3-8790-1BCA809AA484}"/>
          </ac:grpSpMkLst>
        </pc:grpChg>
        <pc:grpChg chg="del mod">
          <ac:chgData name="Simranjit Singh" userId="2e0607b0-f894-409e-bc5e-dd11296ae8bf" providerId="ADAL" clId="{0BBB828D-E1E8-4FEA-83F4-7E7C40D3EFC5}" dt="2022-09-14T05:07:16.051" v="245" actId="478"/>
          <ac:grpSpMkLst>
            <pc:docMk/>
            <pc:sldMk cId="2856318707" sldId="257"/>
            <ac:grpSpMk id="196" creationId="{2EF5F1F7-AAB8-46A5-AFEB-503FBC3A1099}"/>
          </ac:grpSpMkLst>
        </pc:grpChg>
        <pc:grpChg chg="del mod">
          <ac:chgData name="Simranjit Singh" userId="2e0607b0-f894-409e-bc5e-dd11296ae8bf" providerId="ADAL" clId="{0BBB828D-E1E8-4FEA-83F4-7E7C40D3EFC5}" dt="2022-09-12T05:43:46.843" v="244"/>
          <ac:grpSpMkLst>
            <pc:docMk/>
            <pc:sldMk cId="2856318707" sldId="257"/>
            <ac:grpSpMk id="197" creationId="{E6525E16-FCC7-4C43-922F-8E1F9935E298}"/>
          </ac:grpSpMkLst>
        </pc:grpChg>
        <pc:grpChg chg="del mod">
          <ac:chgData name="Simranjit Singh" userId="2e0607b0-f894-409e-bc5e-dd11296ae8bf" providerId="ADAL" clId="{0BBB828D-E1E8-4FEA-83F4-7E7C40D3EFC5}" dt="2022-09-12T05:43:36.376" v="235"/>
          <ac:grpSpMkLst>
            <pc:docMk/>
            <pc:sldMk cId="2856318707" sldId="257"/>
            <ac:grpSpMk id="206" creationId="{B9E1AC07-7EDA-47A7-AEEC-393F7455C381}"/>
          </ac:grpSpMkLst>
        </pc:grpChg>
        <pc:grpChg chg="del mod">
          <ac:chgData name="Simranjit Singh" userId="2e0607b0-f894-409e-bc5e-dd11296ae8bf" providerId="ADAL" clId="{0BBB828D-E1E8-4FEA-83F4-7E7C40D3EFC5}" dt="2022-09-12T05:43:38.253" v="237"/>
          <ac:grpSpMkLst>
            <pc:docMk/>
            <pc:sldMk cId="2856318707" sldId="257"/>
            <ac:grpSpMk id="221" creationId="{61507595-407A-4EB9-964B-50344D4B15EE}"/>
          </ac:grpSpMkLst>
        </pc:grpChg>
        <pc:grpChg chg="del mod">
          <ac:chgData name="Simranjit Singh" userId="2e0607b0-f894-409e-bc5e-dd11296ae8bf" providerId="ADAL" clId="{0BBB828D-E1E8-4FEA-83F4-7E7C40D3EFC5}" dt="2022-09-12T05:43:41.541" v="241"/>
          <ac:grpSpMkLst>
            <pc:docMk/>
            <pc:sldMk cId="2856318707" sldId="257"/>
            <ac:grpSpMk id="223" creationId="{64F441C6-23DC-493F-874B-463FF6790B37}"/>
          </ac:grpSpMkLst>
        </pc:grpChg>
        <pc:grpChg chg="del mod">
          <ac:chgData name="Simranjit Singh" userId="2e0607b0-f894-409e-bc5e-dd11296ae8bf" providerId="ADAL" clId="{0BBB828D-E1E8-4FEA-83F4-7E7C40D3EFC5}" dt="2022-09-14T05:07:16.051" v="245" actId="478"/>
          <ac:grpSpMkLst>
            <pc:docMk/>
            <pc:sldMk cId="2856318707" sldId="257"/>
            <ac:grpSpMk id="227" creationId="{9D42D3FB-45DB-4CA4-B582-E2159E8950B2}"/>
          </ac:grpSpMkLst>
        </pc:grpChg>
        <pc:grpChg chg="del mod">
          <ac:chgData name="Simranjit Singh" userId="2e0607b0-f894-409e-bc5e-dd11296ae8bf" providerId="ADAL" clId="{0BBB828D-E1E8-4FEA-83F4-7E7C40D3EFC5}" dt="2022-09-14T05:07:16.051" v="245" actId="478"/>
          <ac:grpSpMkLst>
            <pc:docMk/>
            <pc:sldMk cId="2856318707" sldId="257"/>
            <ac:grpSpMk id="230" creationId="{01A59438-B56B-45E2-A7DF-EE81F27D941D}"/>
          </ac:grpSpMkLst>
        </pc:grpChg>
        <pc:graphicFrameChg chg="del">
          <ac:chgData name="Simranjit Singh" userId="2e0607b0-f894-409e-bc5e-dd11296ae8bf" providerId="ADAL" clId="{0BBB828D-E1E8-4FEA-83F4-7E7C40D3EFC5}" dt="2022-09-12T05:13:04.618" v="111" actId="478"/>
          <ac:graphicFrameMkLst>
            <pc:docMk/>
            <pc:sldMk cId="2856318707" sldId="257"/>
            <ac:graphicFrameMk id="5" creationId="{F6472151-B155-4430-BEC6-4F9EB3B0E0EF}"/>
          </ac:graphicFrameMkLst>
        </pc:graphicFrameChg>
        <pc:graphicFrameChg chg="del">
          <ac:chgData name="Simranjit Singh" userId="2e0607b0-f894-409e-bc5e-dd11296ae8bf" providerId="ADAL" clId="{0BBB828D-E1E8-4FEA-83F4-7E7C40D3EFC5}" dt="2022-09-14T05:07:16.051" v="245" actId="478"/>
          <ac:graphicFrameMkLst>
            <pc:docMk/>
            <pc:sldMk cId="2856318707" sldId="257"/>
            <ac:graphicFrameMk id="7" creationId="{F2000100-788D-401D-96C4-F781DFD86D73}"/>
          </ac:graphicFrameMkLst>
        </pc:graphicFrameChg>
        <pc:inkChg chg="add del">
          <ac:chgData name="Simranjit Singh" userId="2e0607b0-f894-409e-bc5e-dd11296ae8bf" providerId="ADAL" clId="{0BBB828D-E1E8-4FEA-83F4-7E7C40D3EFC5}" dt="2022-09-12T05:13:04.618" v="111" actId="478"/>
          <ac:inkMkLst>
            <pc:docMk/>
            <pc:sldMk cId="2856318707" sldId="257"/>
            <ac:inkMk id="4" creationId="{F6E3303C-1F09-4E40-93EA-5451FDD89F9B}"/>
          </ac:inkMkLst>
        </pc:inkChg>
        <pc:inkChg chg="add del">
          <ac:chgData name="Simranjit Singh" userId="2e0607b0-f894-409e-bc5e-dd11296ae8bf" providerId="ADAL" clId="{0BBB828D-E1E8-4FEA-83F4-7E7C40D3EFC5}" dt="2022-09-12T05:13:04.618" v="111" actId="478"/>
          <ac:inkMkLst>
            <pc:docMk/>
            <pc:sldMk cId="2856318707" sldId="257"/>
            <ac:inkMk id="6" creationId="{D6183DD9-F45C-48DE-936A-666D7F5048D3}"/>
          </ac:inkMkLst>
        </pc:inkChg>
        <pc:inkChg chg="add mod">
          <ac:chgData name="Simranjit Singh" userId="2e0607b0-f894-409e-bc5e-dd11296ae8bf" providerId="ADAL" clId="{0BBB828D-E1E8-4FEA-83F4-7E7C40D3EFC5}" dt="2022-09-12T03:34:28.739" v="26"/>
          <ac:inkMkLst>
            <pc:docMk/>
            <pc:sldMk cId="2856318707" sldId="257"/>
            <ac:inkMk id="8" creationId="{87C5AC37-0D01-4EBD-BF3E-83103F590E41}"/>
          </ac:inkMkLst>
        </pc:inkChg>
        <pc:inkChg chg="add mod">
          <ac:chgData name="Simranjit Singh" userId="2e0607b0-f894-409e-bc5e-dd11296ae8bf" providerId="ADAL" clId="{0BBB828D-E1E8-4FEA-83F4-7E7C40D3EFC5}" dt="2022-09-12T03:34:28.739" v="26"/>
          <ac:inkMkLst>
            <pc:docMk/>
            <pc:sldMk cId="2856318707" sldId="257"/>
            <ac:inkMk id="9" creationId="{AC7138B6-4C04-4A86-B1BC-5C0449E36311}"/>
          </ac:inkMkLst>
        </pc:inkChg>
        <pc:inkChg chg="add mod">
          <ac:chgData name="Simranjit Singh" userId="2e0607b0-f894-409e-bc5e-dd11296ae8bf" providerId="ADAL" clId="{0BBB828D-E1E8-4FEA-83F4-7E7C40D3EFC5}" dt="2022-09-12T03:34:28.739" v="26"/>
          <ac:inkMkLst>
            <pc:docMk/>
            <pc:sldMk cId="2856318707" sldId="257"/>
            <ac:inkMk id="10" creationId="{BE31128B-36A5-46DA-B8D1-4BE90B0E4EBD}"/>
          </ac:inkMkLst>
        </pc:inkChg>
        <pc:inkChg chg="add mod">
          <ac:chgData name="Simranjit Singh" userId="2e0607b0-f894-409e-bc5e-dd11296ae8bf" providerId="ADAL" clId="{0BBB828D-E1E8-4FEA-83F4-7E7C40D3EFC5}" dt="2022-09-12T03:34:28.739" v="26"/>
          <ac:inkMkLst>
            <pc:docMk/>
            <pc:sldMk cId="2856318707" sldId="257"/>
            <ac:inkMk id="11" creationId="{8CA491AB-0970-41D0-8908-9572AEB69853}"/>
          </ac:inkMkLst>
        </pc:inkChg>
        <pc:inkChg chg="add mod">
          <ac:chgData name="Simranjit Singh" userId="2e0607b0-f894-409e-bc5e-dd11296ae8bf" providerId="ADAL" clId="{0BBB828D-E1E8-4FEA-83F4-7E7C40D3EFC5}" dt="2022-09-12T03:34:28.739" v="26"/>
          <ac:inkMkLst>
            <pc:docMk/>
            <pc:sldMk cId="2856318707" sldId="257"/>
            <ac:inkMk id="12" creationId="{1135FA1F-543B-467C-9036-3273C6F352C2}"/>
          </ac:inkMkLst>
        </pc:inkChg>
        <pc:inkChg chg="add mod">
          <ac:chgData name="Simranjit Singh" userId="2e0607b0-f894-409e-bc5e-dd11296ae8bf" providerId="ADAL" clId="{0BBB828D-E1E8-4FEA-83F4-7E7C40D3EFC5}" dt="2022-09-12T03:34:28.739" v="26"/>
          <ac:inkMkLst>
            <pc:docMk/>
            <pc:sldMk cId="2856318707" sldId="257"/>
            <ac:inkMk id="13" creationId="{11FA49A1-254D-4068-9E99-1DD9DC08FCEC}"/>
          </ac:inkMkLst>
        </pc:inkChg>
        <pc:inkChg chg="add mod">
          <ac:chgData name="Simranjit Singh" userId="2e0607b0-f894-409e-bc5e-dd11296ae8bf" providerId="ADAL" clId="{0BBB828D-E1E8-4FEA-83F4-7E7C40D3EFC5}" dt="2022-09-12T03:34:28.739" v="26"/>
          <ac:inkMkLst>
            <pc:docMk/>
            <pc:sldMk cId="2856318707" sldId="257"/>
            <ac:inkMk id="14" creationId="{785F3A48-9A2B-42EF-B73E-577830C3A36A}"/>
          </ac:inkMkLst>
        </pc:inkChg>
        <pc:inkChg chg="add mod">
          <ac:chgData name="Simranjit Singh" userId="2e0607b0-f894-409e-bc5e-dd11296ae8bf" providerId="ADAL" clId="{0BBB828D-E1E8-4FEA-83F4-7E7C40D3EFC5}" dt="2022-09-12T03:34:28.739" v="26"/>
          <ac:inkMkLst>
            <pc:docMk/>
            <pc:sldMk cId="2856318707" sldId="257"/>
            <ac:inkMk id="15" creationId="{583A7F60-2517-4BAD-9D5D-C0535E4D1432}"/>
          </ac:inkMkLst>
        </pc:inkChg>
        <pc:inkChg chg="add mod">
          <ac:chgData name="Simranjit Singh" userId="2e0607b0-f894-409e-bc5e-dd11296ae8bf" providerId="ADAL" clId="{0BBB828D-E1E8-4FEA-83F4-7E7C40D3EFC5}" dt="2022-09-12T03:34:28.739" v="26"/>
          <ac:inkMkLst>
            <pc:docMk/>
            <pc:sldMk cId="2856318707" sldId="257"/>
            <ac:inkMk id="16" creationId="{D233AC21-80AD-4D68-90CA-ED078CC30A62}"/>
          </ac:inkMkLst>
        </pc:inkChg>
        <pc:inkChg chg="add mod">
          <ac:chgData name="Simranjit Singh" userId="2e0607b0-f894-409e-bc5e-dd11296ae8bf" providerId="ADAL" clId="{0BBB828D-E1E8-4FEA-83F4-7E7C40D3EFC5}" dt="2022-09-12T03:34:28.739" v="26"/>
          <ac:inkMkLst>
            <pc:docMk/>
            <pc:sldMk cId="2856318707" sldId="257"/>
            <ac:inkMk id="17" creationId="{A167971E-E941-47CE-A272-53C8D85D6E45}"/>
          </ac:inkMkLst>
        </pc:inkChg>
        <pc:inkChg chg="add mod">
          <ac:chgData name="Simranjit Singh" userId="2e0607b0-f894-409e-bc5e-dd11296ae8bf" providerId="ADAL" clId="{0BBB828D-E1E8-4FEA-83F4-7E7C40D3EFC5}" dt="2022-09-12T03:34:28.739" v="26"/>
          <ac:inkMkLst>
            <pc:docMk/>
            <pc:sldMk cId="2856318707" sldId="257"/>
            <ac:inkMk id="18" creationId="{FE4F2992-6219-40CF-AA19-47E1467A2F90}"/>
          </ac:inkMkLst>
        </pc:inkChg>
        <pc:inkChg chg="add mod">
          <ac:chgData name="Simranjit Singh" userId="2e0607b0-f894-409e-bc5e-dd11296ae8bf" providerId="ADAL" clId="{0BBB828D-E1E8-4FEA-83F4-7E7C40D3EFC5}" dt="2022-09-12T05:41:54.816" v="137"/>
          <ac:inkMkLst>
            <pc:docMk/>
            <pc:sldMk cId="2856318707" sldId="257"/>
            <ac:inkMk id="19" creationId="{1A46A25B-BFFD-4FD8-A0FC-62F38A2F7A77}"/>
          </ac:inkMkLst>
        </pc:inkChg>
        <pc:inkChg chg="add mod">
          <ac:chgData name="Simranjit Singh" userId="2e0607b0-f894-409e-bc5e-dd11296ae8bf" providerId="ADAL" clId="{0BBB828D-E1E8-4FEA-83F4-7E7C40D3EFC5}" dt="2022-09-12T03:34:28.739" v="26"/>
          <ac:inkMkLst>
            <pc:docMk/>
            <pc:sldMk cId="2856318707" sldId="257"/>
            <ac:inkMk id="20" creationId="{C3FF8463-AEF0-44E6-8FC2-B45D9806006F}"/>
          </ac:inkMkLst>
        </pc:inkChg>
        <pc:inkChg chg="add mod">
          <ac:chgData name="Simranjit Singh" userId="2e0607b0-f894-409e-bc5e-dd11296ae8bf" providerId="ADAL" clId="{0BBB828D-E1E8-4FEA-83F4-7E7C40D3EFC5}" dt="2022-09-12T05:41:54.816" v="137"/>
          <ac:inkMkLst>
            <pc:docMk/>
            <pc:sldMk cId="2856318707" sldId="257"/>
            <ac:inkMk id="21" creationId="{8C24E2E7-78A6-413F-AA9F-91BE5C10A67C}"/>
          </ac:inkMkLst>
        </pc:inkChg>
        <pc:inkChg chg="add del">
          <ac:chgData name="Simranjit Singh" userId="2e0607b0-f894-409e-bc5e-dd11296ae8bf" providerId="ADAL" clId="{0BBB828D-E1E8-4FEA-83F4-7E7C40D3EFC5}" dt="2022-09-12T05:13:04.618" v="111" actId="478"/>
          <ac:inkMkLst>
            <pc:docMk/>
            <pc:sldMk cId="2856318707" sldId="257"/>
            <ac:inkMk id="22" creationId="{F283BD87-36C4-4355-84C8-CBABCD2D21B9}"/>
          </ac:inkMkLst>
        </pc:inkChg>
        <pc:inkChg chg="add mod">
          <ac:chgData name="Simranjit Singh" userId="2e0607b0-f894-409e-bc5e-dd11296ae8bf" providerId="ADAL" clId="{0BBB828D-E1E8-4FEA-83F4-7E7C40D3EFC5}" dt="2022-09-12T03:34:28.739" v="26"/>
          <ac:inkMkLst>
            <pc:docMk/>
            <pc:sldMk cId="2856318707" sldId="257"/>
            <ac:inkMk id="23" creationId="{7E08C270-0257-4EA6-8DB0-F93C8782389D}"/>
          </ac:inkMkLst>
        </pc:inkChg>
        <pc:inkChg chg="add mod">
          <ac:chgData name="Simranjit Singh" userId="2e0607b0-f894-409e-bc5e-dd11296ae8bf" providerId="ADAL" clId="{0BBB828D-E1E8-4FEA-83F4-7E7C40D3EFC5}" dt="2022-09-12T03:34:28.739" v="26"/>
          <ac:inkMkLst>
            <pc:docMk/>
            <pc:sldMk cId="2856318707" sldId="257"/>
            <ac:inkMk id="24" creationId="{00069642-97C7-4A04-AFE7-1F581DF401E5}"/>
          </ac:inkMkLst>
        </pc:inkChg>
        <pc:inkChg chg="add mod">
          <ac:chgData name="Simranjit Singh" userId="2e0607b0-f894-409e-bc5e-dd11296ae8bf" providerId="ADAL" clId="{0BBB828D-E1E8-4FEA-83F4-7E7C40D3EFC5}" dt="2022-09-12T03:34:28.739" v="26"/>
          <ac:inkMkLst>
            <pc:docMk/>
            <pc:sldMk cId="2856318707" sldId="257"/>
            <ac:inkMk id="25" creationId="{40A608CD-9EB0-49A5-8DA8-3A2393042744}"/>
          </ac:inkMkLst>
        </pc:inkChg>
        <pc:inkChg chg="add mod">
          <ac:chgData name="Simranjit Singh" userId="2e0607b0-f894-409e-bc5e-dd11296ae8bf" providerId="ADAL" clId="{0BBB828D-E1E8-4FEA-83F4-7E7C40D3EFC5}" dt="2022-09-12T03:34:28.739" v="26"/>
          <ac:inkMkLst>
            <pc:docMk/>
            <pc:sldMk cId="2856318707" sldId="257"/>
            <ac:inkMk id="26" creationId="{5F11AC2D-7DC7-4D36-AD84-F5E459F9D1D5}"/>
          </ac:inkMkLst>
        </pc:inkChg>
        <pc:inkChg chg="add mod">
          <ac:chgData name="Simranjit Singh" userId="2e0607b0-f894-409e-bc5e-dd11296ae8bf" providerId="ADAL" clId="{0BBB828D-E1E8-4FEA-83F4-7E7C40D3EFC5}" dt="2022-09-12T03:34:28.739" v="26"/>
          <ac:inkMkLst>
            <pc:docMk/>
            <pc:sldMk cId="2856318707" sldId="257"/>
            <ac:inkMk id="27" creationId="{C32BB68A-59D5-4010-92A3-441F2B457BAF}"/>
          </ac:inkMkLst>
        </pc:inkChg>
        <pc:inkChg chg="add mod">
          <ac:chgData name="Simranjit Singh" userId="2e0607b0-f894-409e-bc5e-dd11296ae8bf" providerId="ADAL" clId="{0BBB828D-E1E8-4FEA-83F4-7E7C40D3EFC5}" dt="2022-09-12T03:34:28.739" v="26"/>
          <ac:inkMkLst>
            <pc:docMk/>
            <pc:sldMk cId="2856318707" sldId="257"/>
            <ac:inkMk id="28" creationId="{888D6658-7BCB-474E-B8A2-0D5D727D8DDB}"/>
          </ac:inkMkLst>
        </pc:inkChg>
        <pc:inkChg chg="add mod">
          <ac:chgData name="Simranjit Singh" userId="2e0607b0-f894-409e-bc5e-dd11296ae8bf" providerId="ADAL" clId="{0BBB828D-E1E8-4FEA-83F4-7E7C40D3EFC5}" dt="2022-09-12T03:34:28.739" v="26"/>
          <ac:inkMkLst>
            <pc:docMk/>
            <pc:sldMk cId="2856318707" sldId="257"/>
            <ac:inkMk id="29" creationId="{C4C299A8-637E-4ECB-AF5A-9AC18503E9EA}"/>
          </ac:inkMkLst>
        </pc:inkChg>
        <pc:inkChg chg="add mod">
          <ac:chgData name="Simranjit Singh" userId="2e0607b0-f894-409e-bc5e-dd11296ae8bf" providerId="ADAL" clId="{0BBB828D-E1E8-4FEA-83F4-7E7C40D3EFC5}" dt="2022-09-12T03:34:28.739" v="26"/>
          <ac:inkMkLst>
            <pc:docMk/>
            <pc:sldMk cId="2856318707" sldId="257"/>
            <ac:inkMk id="30" creationId="{C195F1A8-005D-45C6-8666-48476C5F1AC1}"/>
          </ac:inkMkLst>
        </pc:inkChg>
        <pc:inkChg chg="add mod">
          <ac:chgData name="Simranjit Singh" userId="2e0607b0-f894-409e-bc5e-dd11296ae8bf" providerId="ADAL" clId="{0BBB828D-E1E8-4FEA-83F4-7E7C40D3EFC5}" dt="2022-09-12T03:34:28.739" v="26"/>
          <ac:inkMkLst>
            <pc:docMk/>
            <pc:sldMk cId="2856318707" sldId="257"/>
            <ac:inkMk id="31" creationId="{A23F1597-3E51-4659-831D-D14115183EF0}"/>
          </ac:inkMkLst>
        </pc:inkChg>
        <pc:inkChg chg="add mod">
          <ac:chgData name="Simranjit Singh" userId="2e0607b0-f894-409e-bc5e-dd11296ae8bf" providerId="ADAL" clId="{0BBB828D-E1E8-4FEA-83F4-7E7C40D3EFC5}" dt="2022-09-12T03:34:38.553" v="31"/>
          <ac:inkMkLst>
            <pc:docMk/>
            <pc:sldMk cId="2856318707" sldId="257"/>
            <ac:inkMk id="33" creationId="{D8A64158-947D-4BE9-BEA4-1C728F3E8D91}"/>
          </ac:inkMkLst>
        </pc:inkChg>
        <pc:inkChg chg="add mod">
          <ac:chgData name="Simranjit Singh" userId="2e0607b0-f894-409e-bc5e-dd11296ae8bf" providerId="ADAL" clId="{0BBB828D-E1E8-4FEA-83F4-7E7C40D3EFC5}" dt="2022-09-12T03:34:38.553" v="31"/>
          <ac:inkMkLst>
            <pc:docMk/>
            <pc:sldMk cId="2856318707" sldId="257"/>
            <ac:inkMk id="34" creationId="{F111B176-4AF3-4970-911E-A6287C3598B4}"/>
          </ac:inkMkLst>
        </pc:inkChg>
        <pc:inkChg chg="add mod">
          <ac:chgData name="Simranjit Singh" userId="2e0607b0-f894-409e-bc5e-dd11296ae8bf" providerId="ADAL" clId="{0BBB828D-E1E8-4FEA-83F4-7E7C40D3EFC5}" dt="2022-09-12T03:34:38.553" v="31"/>
          <ac:inkMkLst>
            <pc:docMk/>
            <pc:sldMk cId="2856318707" sldId="257"/>
            <ac:inkMk id="35" creationId="{1139A17E-0D90-46D0-9758-FF081A9F5D8B}"/>
          </ac:inkMkLst>
        </pc:inkChg>
        <pc:inkChg chg="add mod">
          <ac:chgData name="Simranjit Singh" userId="2e0607b0-f894-409e-bc5e-dd11296ae8bf" providerId="ADAL" clId="{0BBB828D-E1E8-4FEA-83F4-7E7C40D3EFC5}" dt="2022-09-12T03:34:38.553" v="31"/>
          <ac:inkMkLst>
            <pc:docMk/>
            <pc:sldMk cId="2856318707" sldId="257"/>
            <ac:inkMk id="36" creationId="{DA07CA42-A78D-4260-ABB8-0A8CDF8CF505}"/>
          </ac:inkMkLst>
        </pc:inkChg>
        <pc:inkChg chg="add mod">
          <ac:chgData name="Simranjit Singh" userId="2e0607b0-f894-409e-bc5e-dd11296ae8bf" providerId="ADAL" clId="{0BBB828D-E1E8-4FEA-83F4-7E7C40D3EFC5}" dt="2022-09-12T03:35:21.624" v="59"/>
          <ac:inkMkLst>
            <pc:docMk/>
            <pc:sldMk cId="2856318707" sldId="257"/>
            <ac:inkMk id="39" creationId="{93C9201B-95ED-43E7-B119-4CC675EF9E2C}"/>
          </ac:inkMkLst>
        </pc:inkChg>
        <pc:inkChg chg="add mod">
          <ac:chgData name="Simranjit Singh" userId="2e0607b0-f894-409e-bc5e-dd11296ae8bf" providerId="ADAL" clId="{0BBB828D-E1E8-4FEA-83F4-7E7C40D3EFC5}" dt="2022-09-12T03:35:21.624" v="59"/>
          <ac:inkMkLst>
            <pc:docMk/>
            <pc:sldMk cId="2856318707" sldId="257"/>
            <ac:inkMk id="40" creationId="{8AC8BBD2-BDAB-4A1E-AA81-CAC19FC03A90}"/>
          </ac:inkMkLst>
        </pc:inkChg>
        <pc:inkChg chg="add mod">
          <ac:chgData name="Simranjit Singh" userId="2e0607b0-f894-409e-bc5e-dd11296ae8bf" providerId="ADAL" clId="{0BBB828D-E1E8-4FEA-83F4-7E7C40D3EFC5}" dt="2022-09-12T03:35:16.919" v="55"/>
          <ac:inkMkLst>
            <pc:docMk/>
            <pc:sldMk cId="2856318707" sldId="257"/>
            <ac:inkMk id="42" creationId="{21A99E1A-9B83-4AEA-85F9-BC5822E715E6}"/>
          </ac:inkMkLst>
        </pc:inkChg>
        <pc:inkChg chg="add mod">
          <ac:chgData name="Simranjit Singh" userId="2e0607b0-f894-409e-bc5e-dd11296ae8bf" providerId="ADAL" clId="{0BBB828D-E1E8-4FEA-83F4-7E7C40D3EFC5}" dt="2022-09-12T03:35:16.919" v="55"/>
          <ac:inkMkLst>
            <pc:docMk/>
            <pc:sldMk cId="2856318707" sldId="257"/>
            <ac:inkMk id="43" creationId="{C3110C19-F40C-45D6-8B85-408E9EF9AB99}"/>
          </ac:inkMkLst>
        </pc:inkChg>
        <pc:inkChg chg="add mod">
          <ac:chgData name="Simranjit Singh" userId="2e0607b0-f894-409e-bc5e-dd11296ae8bf" providerId="ADAL" clId="{0BBB828D-E1E8-4FEA-83F4-7E7C40D3EFC5}" dt="2022-09-12T03:35:16.919" v="55"/>
          <ac:inkMkLst>
            <pc:docMk/>
            <pc:sldMk cId="2856318707" sldId="257"/>
            <ac:inkMk id="44" creationId="{766936EE-B9E8-4B5D-B8ED-6FB5473EAD07}"/>
          </ac:inkMkLst>
        </pc:inkChg>
        <pc:inkChg chg="add mod">
          <ac:chgData name="Simranjit Singh" userId="2e0607b0-f894-409e-bc5e-dd11296ae8bf" providerId="ADAL" clId="{0BBB828D-E1E8-4FEA-83F4-7E7C40D3EFC5}" dt="2022-09-12T03:35:16.919" v="55"/>
          <ac:inkMkLst>
            <pc:docMk/>
            <pc:sldMk cId="2856318707" sldId="257"/>
            <ac:inkMk id="45" creationId="{E034C4EC-F930-464E-AC26-D78EB9CF2B3A}"/>
          </ac:inkMkLst>
        </pc:inkChg>
        <pc:inkChg chg="add mod">
          <ac:chgData name="Simranjit Singh" userId="2e0607b0-f894-409e-bc5e-dd11296ae8bf" providerId="ADAL" clId="{0BBB828D-E1E8-4FEA-83F4-7E7C40D3EFC5}" dt="2022-09-12T03:35:16.919" v="55"/>
          <ac:inkMkLst>
            <pc:docMk/>
            <pc:sldMk cId="2856318707" sldId="257"/>
            <ac:inkMk id="46" creationId="{99FC1FEE-ED96-4BBD-A165-7DEDB5AF6891}"/>
          </ac:inkMkLst>
        </pc:inkChg>
        <pc:inkChg chg="add mod">
          <ac:chgData name="Simranjit Singh" userId="2e0607b0-f894-409e-bc5e-dd11296ae8bf" providerId="ADAL" clId="{0BBB828D-E1E8-4FEA-83F4-7E7C40D3EFC5}" dt="2022-09-12T03:35:16.919" v="55"/>
          <ac:inkMkLst>
            <pc:docMk/>
            <pc:sldMk cId="2856318707" sldId="257"/>
            <ac:inkMk id="47" creationId="{8BF89A15-295B-4241-BC13-4005C14D8188}"/>
          </ac:inkMkLst>
        </pc:inkChg>
        <pc:inkChg chg="add mod">
          <ac:chgData name="Simranjit Singh" userId="2e0607b0-f894-409e-bc5e-dd11296ae8bf" providerId="ADAL" clId="{0BBB828D-E1E8-4FEA-83F4-7E7C40D3EFC5}" dt="2022-09-12T03:35:16.919" v="55"/>
          <ac:inkMkLst>
            <pc:docMk/>
            <pc:sldMk cId="2856318707" sldId="257"/>
            <ac:inkMk id="48" creationId="{617A63C1-BC79-4C3F-8A96-84F2D1492998}"/>
          </ac:inkMkLst>
        </pc:inkChg>
        <pc:inkChg chg="add mod">
          <ac:chgData name="Simranjit Singh" userId="2e0607b0-f894-409e-bc5e-dd11296ae8bf" providerId="ADAL" clId="{0BBB828D-E1E8-4FEA-83F4-7E7C40D3EFC5}" dt="2022-09-12T03:35:16.919" v="55"/>
          <ac:inkMkLst>
            <pc:docMk/>
            <pc:sldMk cId="2856318707" sldId="257"/>
            <ac:inkMk id="49" creationId="{9179E254-3A0F-4B9D-90C7-EBD3C3B923C7}"/>
          </ac:inkMkLst>
        </pc:inkChg>
        <pc:inkChg chg="add mod">
          <ac:chgData name="Simranjit Singh" userId="2e0607b0-f894-409e-bc5e-dd11296ae8bf" providerId="ADAL" clId="{0BBB828D-E1E8-4FEA-83F4-7E7C40D3EFC5}" dt="2022-09-12T03:35:16.919" v="55"/>
          <ac:inkMkLst>
            <pc:docMk/>
            <pc:sldMk cId="2856318707" sldId="257"/>
            <ac:inkMk id="50" creationId="{9CAE9DC3-AC20-43B9-A012-9E6591D5B336}"/>
          </ac:inkMkLst>
        </pc:inkChg>
        <pc:inkChg chg="add mod">
          <ac:chgData name="Simranjit Singh" userId="2e0607b0-f894-409e-bc5e-dd11296ae8bf" providerId="ADAL" clId="{0BBB828D-E1E8-4FEA-83F4-7E7C40D3EFC5}" dt="2022-09-12T05:41:54.816" v="137"/>
          <ac:inkMkLst>
            <pc:docMk/>
            <pc:sldMk cId="2856318707" sldId="257"/>
            <ac:inkMk id="51" creationId="{F40187BC-6944-4890-8F5F-2B6A014925A3}"/>
          </ac:inkMkLst>
        </pc:inkChg>
        <pc:inkChg chg="add mod">
          <ac:chgData name="Simranjit Singh" userId="2e0607b0-f894-409e-bc5e-dd11296ae8bf" providerId="ADAL" clId="{0BBB828D-E1E8-4FEA-83F4-7E7C40D3EFC5}" dt="2022-09-12T03:35:16.919" v="55"/>
          <ac:inkMkLst>
            <pc:docMk/>
            <pc:sldMk cId="2856318707" sldId="257"/>
            <ac:inkMk id="52" creationId="{DBBA903B-7CDD-4AD2-B46E-FDDC727E60F9}"/>
          </ac:inkMkLst>
        </pc:inkChg>
        <pc:inkChg chg="add mod">
          <ac:chgData name="Simranjit Singh" userId="2e0607b0-f894-409e-bc5e-dd11296ae8bf" providerId="ADAL" clId="{0BBB828D-E1E8-4FEA-83F4-7E7C40D3EFC5}" dt="2022-09-12T03:35:16.919" v="55"/>
          <ac:inkMkLst>
            <pc:docMk/>
            <pc:sldMk cId="2856318707" sldId="257"/>
            <ac:inkMk id="53" creationId="{628F67FB-1B6A-4D16-B1F6-1DEA36D0611C}"/>
          </ac:inkMkLst>
        </pc:inkChg>
        <pc:inkChg chg="add mod">
          <ac:chgData name="Simranjit Singh" userId="2e0607b0-f894-409e-bc5e-dd11296ae8bf" providerId="ADAL" clId="{0BBB828D-E1E8-4FEA-83F4-7E7C40D3EFC5}" dt="2022-09-12T05:41:54.816" v="137"/>
          <ac:inkMkLst>
            <pc:docMk/>
            <pc:sldMk cId="2856318707" sldId="257"/>
            <ac:inkMk id="54" creationId="{39E7F726-ACC3-4975-8234-D87F06F634A9}"/>
          </ac:inkMkLst>
        </pc:inkChg>
        <pc:inkChg chg="add mod">
          <ac:chgData name="Simranjit Singh" userId="2e0607b0-f894-409e-bc5e-dd11296ae8bf" providerId="ADAL" clId="{0BBB828D-E1E8-4FEA-83F4-7E7C40D3EFC5}" dt="2022-09-12T03:35:09.226" v="50"/>
          <ac:inkMkLst>
            <pc:docMk/>
            <pc:sldMk cId="2856318707" sldId="257"/>
            <ac:inkMk id="55" creationId="{30DF1DB1-A00D-4F2D-900B-C136672479AD}"/>
          </ac:inkMkLst>
        </pc:inkChg>
        <pc:inkChg chg="add mod">
          <ac:chgData name="Simranjit Singh" userId="2e0607b0-f894-409e-bc5e-dd11296ae8bf" providerId="ADAL" clId="{0BBB828D-E1E8-4FEA-83F4-7E7C40D3EFC5}" dt="2022-09-12T03:35:09.226" v="50"/>
          <ac:inkMkLst>
            <pc:docMk/>
            <pc:sldMk cId="2856318707" sldId="257"/>
            <ac:inkMk id="56" creationId="{265930F4-4D0F-414A-9B09-86ED2074AEA9}"/>
          </ac:inkMkLst>
        </pc:inkChg>
        <pc:inkChg chg="add mod">
          <ac:chgData name="Simranjit Singh" userId="2e0607b0-f894-409e-bc5e-dd11296ae8bf" providerId="ADAL" clId="{0BBB828D-E1E8-4FEA-83F4-7E7C40D3EFC5}" dt="2022-09-12T03:35:21.624" v="59"/>
          <ac:inkMkLst>
            <pc:docMk/>
            <pc:sldMk cId="2856318707" sldId="257"/>
            <ac:inkMk id="58" creationId="{723A1F37-EAC4-4A3B-AFA9-A71E89CDE44A}"/>
          </ac:inkMkLst>
        </pc:inkChg>
        <pc:inkChg chg="add mod">
          <ac:chgData name="Simranjit Singh" userId="2e0607b0-f894-409e-bc5e-dd11296ae8bf" providerId="ADAL" clId="{0BBB828D-E1E8-4FEA-83F4-7E7C40D3EFC5}" dt="2022-09-12T03:35:21.624" v="59"/>
          <ac:inkMkLst>
            <pc:docMk/>
            <pc:sldMk cId="2856318707" sldId="257"/>
            <ac:inkMk id="59" creationId="{EC70F780-1B72-437F-B2E3-93A610D15B42}"/>
          </ac:inkMkLst>
        </pc:inkChg>
        <pc:inkChg chg="add mod">
          <ac:chgData name="Simranjit Singh" userId="2e0607b0-f894-409e-bc5e-dd11296ae8bf" providerId="ADAL" clId="{0BBB828D-E1E8-4FEA-83F4-7E7C40D3EFC5}" dt="2022-09-12T05:41:54.816" v="137"/>
          <ac:inkMkLst>
            <pc:docMk/>
            <pc:sldMk cId="2856318707" sldId="257"/>
            <ac:inkMk id="60" creationId="{544ABBC5-38BA-4954-9E36-9D0C1CBCC9BF}"/>
          </ac:inkMkLst>
        </pc:inkChg>
        <pc:inkChg chg="add mod">
          <ac:chgData name="Simranjit Singh" userId="2e0607b0-f894-409e-bc5e-dd11296ae8bf" providerId="ADAL" clId="{0BBB828D-E1E8-4FEA-83F4-7E7C40D3EFC5}" dt="2022-09-12T03:35:16.919" v="55"/>
          <ac:inkMkLst>
            <pc:docMk/>
            <pc:sldMk cId="2856318707" sldId="257"/>
            <ac:inkMk id="61" creationId="{184C6E67-2207-4AD1-B3E2-02114AEA6E1B}"/>
          </ac:inkMkLst>
        </pc:inkChg>
        <pc:inkChg chg="add mod">
          <ac:chgData name="Simranjit Singh" userId="2e0607b0-f894-409e-bc5e-dd11296ae8bf" providerId="ADAL" clId="{0BBB828D-E1E8-4FEA-83F4-7E7C40D3EFC5}" dt="2022-09-12T03:35:21.624" v="59"/>
          <ac:inkMkLst>
            <pc:docMk/>
            <pc:sldMk cId="2856318707" sldId="257"/>
            <ac:inkMk id="63" creationId="{A7C50F40-B195-4D85-BFAE-9EF8FC03E858}"/>
          </ac:inkMkLst>
        </pc:inkChg>
        <pc:inkChg chg="add mod">
          <ac:chgData name="Simranjit Singh" userId="2e0607b0-f894-409e-bc5e-dd11296ae8bf" providerId="ADAL" clId="{0BBB828D-E1E8-4FEA-83F4-7E7C40D3EFC5}" dt="2022-09-12T05:41:54.816" v="137"/>
          <ac:inkMkLst>
            <pc:docMk/>
            <pc:sldMk cId="2856318707" sldId="257"/>
            <ac:inkMk id="64" creationId="{F753D29B-ED46-4085-AB77-21367BACF5E0}"/>
          </ac:inkMkLst>
        </pc:inkChg>
        <pc:inkChg chg="add mod">
          <ac:chgData name="Simranjit Singh" userId="2e0607b0-f894-409e-bc5e-dd11296ae8bf" providerId="ADAL" clId="{0BBB828D-E1E8-4FEA-83F4-7E7C40D3EFC5}" dt="2022-09-12T03:35:21.624" v="59"/>
          <ac:inkMkLst>
            <pc:docMk/>
            <pc:sldMk cId="2856318707" sldId="257"/>
            <ac:inkMk id="65" creationId="{050D79F5-0B2F-453C-BD5A-7D38E1E6B158}"/>
          </ac:inkMkLst>
        </pc:inkChg>
        <pc:inkChg chg="add mod">
          <ac:chgData name="Simranjit Singh" userId="2e0607b0-f894-409e-bc5e-dd11296ae8bf" providerId="ADAL" clId="{0BBB828D-E1E8-4FEA-83F4-7E7C40D3EFC5}" dt="2022-09-12T03:35:37.214" v="89"/>
          <ac:inkMkLst>
            <pc:docMk/>
            <pc:sldMk cId="2856318707" sldId="257"/>
            <ac:inkMk id="67" creationId="{D5216406-D877-4F20-8657-AFFA0DBBBFB5}"/>
          </ac:inkMkLst>
        </pc:inkChg>
        <pc:inkChg chg="add mod">
          <ac:chgData name="Simranjit Singh" userId="2e0607b0-f894-409e-bc5e-dd11296ae8bf" providerId="ADAL" clId="{0BBB828D-E1E8-4FEA-83F4-7E7C40D3EFC5}" dt="2022-09-12T03:35:37.214" v="89"/>
          <ac:inkMkLst>
            <pc:docMk/>
            <pc:sldMk cId="2856318707" sldId="257"/>
            <ac:inkMk id="68" creationId="{15139C67-CCA9-4F38-8E52-3B0908BB9BF1}"/>
          </ac:inkMkLst>
        </pc:inkChg>
        <pc:inkChg chg="add mod">
          <ac:chgData name="Simranjit Singh" userId="2e0607b0-f894-409e-bc5e-dd11296ae8bf" providerId="ADAL" clId="{0BBB828D-E1E8-4FEA-83F4-7E7C40D3EFC5}" dt="2022-09-12T03:35:37.214" v="89"/>
          <ac:inkMkLst>
            <pc:docMk/>
            <pc:sldMk cId="2856318707" sldId="257"/>
            <ac:inkMk id="69" creationId="{788FE03C-0D10-47BC-BAC6-D101F4E6521C}"/>
          </ac:inkMkLst>
        </pc:inkChg>
        <pc:inkChg chg="add mod">
          <ac:chgData name="Simranjit Singh" userId="2e0607b0-f894-409e-bc5e-dd11296ae8bf" providerId="ADAL" clId="{0BBB828D-E1E8-4FEA-83F4-7E7C40D3EFC5}" dt="2022-09-12T03:35:37.214" v="89"/>
          <ac:inkMkLst>
            <pc:docMk/>
            <pc:sldMk cId="2856318707" sldId="257"/>
            <ac:inkMk id="70" creationId="{3592FF4D-FBB4-4F6B-AE86-1EA19FBD9987}"/>
          </ac:inkMkLst>
        </pc:inkChg>
        <pc:inkChg chg="add mod">
          <ac:chgData name="Simranjit Singh" userId="2e0607b0-f894-409e-bc5e-dd11296ae8bf" providerId="ADAL" clId="{0BBB828D-E1E8-4FEA-83F4-7E7C40D3EFC5}" dt="2022-09-12T03:35:37.214" v="89"/>
          <ac:inkMkLst>
            <pc:docMk/>
            <pc:sldMk cId="2856318707" sldId="257"/>
            <ac:inkMk id="71" creationId="{9E66FCAE-AFDC-459F-B2C0-BB23D16A2047}"/>
          </ac:inkMkLst>
        </pc:inkChg>
        <pc:inkChg chg="add mod">
          <ac:chgData name="Simranjit Singh" userId="2e0607b0-f894-409e-bc5e-dd11296ae8bf" providerId="ADAL" clId="{0BBB828D-E1E8-4FEA-83F4-7E7C40D3EFC5}" dt="2022-09-12T03:35:37.214" v="89"/>
          <ac:inkMkLst>
            <pc:docMk/>
            <pc:sldMk cId="2856318707" sldId="257"/>
            <ac:inkMk id="72" creationId="{D28A7185-89BF-443B-9496-6D90A70BE3D5}"/>
          </ac:inkMkLst>
        </pc:inkChg>
        <pc:inkChg chg="add mod">
          <ac:chgData name="Simranjit Singh" userId="2e0607b0-f894-409e-bc5e-dd11296ae8bf" providerId="ADAL" clId="{0BBB828D-E1E8-4FEA-83F4-7E7C40D3EFC5}" dt="2022-09-12T03:35:37.214" v="89"/>
          <ac:inkMkLst>
            <pc:docMk/>
            <pc:sldMk cId="2856318707" sldId="257"/>
            <ac:inkMk id="73" creationId="{B5660067-FF82-4E88-9371-2AC4BB4B8B24}"/>
          </ac:inkMkLst>
        </pc:inkChg>
        <pc:inkChg chg="add mod">
          <ac:chgData name="Simranjit Singh" userId="2e0607b0-f894-409e-bc5e-dd11296ae8bf" providerId="ADAL" clId="{0BBB828D-E1E8-4FEA-83F4-7E7C40D3EFC5}" dt="2022-09-12T03:35:37.214" v="89"/>
          <ac:inkMkLst>
            <pc:docMk/>
            <pc:sldMk cId="2856318707" sldId="257"/>
            <ac:inkMk id="74" creationId="{9974F64F-DBBB-4C3C-8B73-9B6DD3AB3DFD}"/>
          </ac:inkMkLst>
        </pc:inkChg>
        <pc:inkChg chg="add mod">
          <ac:chgData name="Simranjit Singh" userId="2e0607b0-f894-409e-bc5e-dd11296ae8bf" providerId="ADAL" clId="{0BBB828D-E1E8-4FEA-83F4-7E7C40D3EFC5}" dt="2022-09-12T05:41:54.816" v="137"/>
          <ac:inkMkLst>
            <pc:docMk/>
            <pc:sldMk cId="2856318707" sldId="257"/>
            <ac:inkMk id="75" creationId="{B2197A7F-1ED6-423D-BBDD-5AB94F0D57E6}"/>
          </ac:inkMkLst>
        </pc:inkChg>
        <pc:inkChg chg="add mod">
          <ac:chgData name="Simranjit Singh" userId="2e0607b0-f894-409e-bc5e-dd11296ae8bf" providerId="ADAL" clId="{0BBB828D-E1E8-4FEA-83F4-7E7C40D3EFC5}" dt="2022-09-12T03:35:37.214" v="89"/>
          <ac:inkMkLst>
            <pc:docMk/>
            <pc:sldMk cId="2856318707" sldId="257"/>
            <ac:inkMk id="76" creationId="{2775D1D0-FC1A-48D8-94A2-FF4625768C1A}"/>
          </ac:inkMkLst>
        </pc:inkChg>
        <pc:inkChg chg="add mod">
          <ac:chgData name="Simranjit Singh" userId="2e0607b0-f894-409e-bc5e-dd11296ae8bf" providerId="ADAL" clId="{0BBB828D-E1E8-4FEA-83F4-7E7C40D3EFC5}" dt="2022-09-12T03:35:37.214" v="89"/>
          <ac:inkMkLst>
            <pc:docMk/>
            <pc:sldMk cId="2856318707" sldId="257"/>
            <ac:inkMk id="77" creationId="{D676EE20-DAEC-4E86-B4A4-30BA07555174}"/>
          </ac:inkMkLst>
        </pc:inkChg>
        <pc:inkChg chg="add mod">
          <ac:chgData name="Simranjit Singh" userId="2e0607b0-f894-409e-bc5e-dd11296ae8bf" providerId="ADAL" clId="{0BBB828D-E1E8-4FEA-83F4-7E7C40D3EFC5}" dt="2022-09-12T03:35:37.214" v="89"/>
          <ac:inkMkLst>
            <pc:docMk/>
            <pc:sldMk cId="2856318707" sldId="257"/>
            <ac:inkMk id="78" creationId="{E9BA42A0-7113-47B3-82AC-3C3445DD7D28}"/>
          </ac:inkMkLst>
        </pc:inkChg>
        <pc:inkChg chg="add mod">
          <ac:chgData name="Simranjit Singh" userId="2e0607b0-f894-409e-bc5e-dd11296ae8bf" providerId="ADAL" clId="{0BBB828D-E1E8-4FEA-83F4-7E7C40D3EFC5}" dt="2022-09-12T03:35:37.214" v="89"/>
          <ac:inkMkLst>
            <pc:docMk/>
            <pc:sldMk cId="2856318707" sldId="257"/>
            <ac:inkMk id="79" creationId="{639FA118-CDF3-4439-8BF5-C2F89B340146}"/>
          </ac:inkMkLst>
        </pc:inkChg>
        <pc:inkChg chg="add mod">
          <ac:chgData name="Simranjit Singh" userId="2e0607b0-f894-409e-bc5e-dd11296ae8bf" providerId="ADAL" clId="{0BBB828D-E1E8-4FEA-83F4-7E7C40D3EFC5}" dt="2022-09-12T03:35:37.214" v="89"/>
          <ac:inkMkLst>
            <pc:docMk/>
            <pc:sldMk cId="2856318707" sldId="257"/>
            <ac:inkMk id="80" creationId="{B947685F-7788-43CF-B94D-8DF42AD487D3}"/>
          </ac:inkMkLst>
        </pc:inkChg>
        <pc:inkChg chg="add mod">
          <ac:chgData name="Simranjit Singh" userId="2e0607b0-f894-409e-bc5e-dd11296ae8bf" providerId="ADAL" clId="{0BBB828D-E1E8-4FEA-83F4-7E7C40D3EFC5}" dt="2022-09-12T03:35:37.214" v="89"/>
          <ac:inkMkLst>
            <pc:docMk/>
            <pc:sldMk cId="2856318707" sldId="257"/>
            <ac:inkMk id="81" creationId="{1C1D2301-4350-48E6-B465-259E624EA5C6}"/>
          </ac:inkMkLst>
        </pc:inkChg>
        <pc:inkChg chg="add mod">
          <ac:chgData name="Simranjit Singh" userId="2e0607b0-f894-409e-bc5e-dd11296ae8bf" providerId="ADAL" clId="{0BBB828D-E1E8-4FEA-83F4-7E7C40D3EFC5}" dt="2022-09-12T03:35:37.214" v="89"/>
          <ac:inkMkLst>
            <pc:docMk/>
            <pc:sldMk cId="2856318707" sldId="257"/>
            <ac:inkMk id="82" creationId="{8E1D4F04-5B44-49BC-8283-7EB8C6BC4449}"/>
          </ac:inkMkLst>
        </pc:inkChg>
        <pc:inkChg chg="add mod">
          <ac:chgData name="Simranjit Singh" userId="2e0607b0-f894-409e-bc5e-dd11296ae8bf" providerId="ADAL" clId="{0BBB828D-E1E8-4FEA-83F4-7E7C40D3EFC5}" dt="2022-09-12T03:35:37.214" v="89"/>
          <ac:inkMkLst>
            <pc:docMk/>
            <pc:sldMk cId="2856318707" sldId="257"/>
            <ac:inkMk id="83" creationId="{22C13C42-29CF-4698-A2E3-DA0F63A997D6}"/>
          </ac:inkMkLst>
        </pc:inkChg>
        <pc:inkChg chg="add mod">
          <ac:chgData name="Simranjit Singh" userId="2e0607b0-f894-409e-bc5e-dd11296ae8bf" providerId="ADAL" clId="{0BBB828D-E1E8-4FEA-83F4-7E7C40D3EFC5}" dt="2022-09-12T03:35:37.214" v="89"/>
          <ac:inkMkLst>
            <pc:docMk/>
            <pc:sldMk cId="2856318707" sldId="257"/>
            <ac:inkMk id="84" creationId="{C23C27C9-4A5C-4A43-AA75-81C2C5B9F739}"/>
          </ac:inkMkLst>
        </pc:inkChg>
        <pc:inkChg chg="add mod">
          <ac:chgData name="Simranjit Singh" userId="2e0607b0-f894-409e-bc5e-dd11296ae8bf" providerId="ADAL" clId="{0BBB828D-E1E8-4FEA-83F4-7E7C40D3EFC5}" dt="2022-09-12T03:35:37.214" v="89"/>
          <ac:inkMkLst>
            <pc:docMk/>
            <pc:sldMk cId="2856318707" sldId="257"/>
            <ac:inkMk id="85" creationId="{18B5463D-554F-45BA-BEC0-C8A267DCB88C}"/>
          </ac:inkMkLst>
        </pc:inkChg>
        <pc:inkChg chg="add mod">
          <ac:chgData name="Simranjit Singh" userId="2e0607b0-f894-409e-bc5e-dd11296ae8bf" providerId="ADAL" clId="{0BBB828D-E1E8-4FEA-83F4-7E7C40D3EFC5}" dt="2022-09-12T03:35:37.214" v="89"/>
          <ac:inkMkLst>
            <pc:docMk/>
            <pc:sldMk cId="2856318707" sldId="257"/>
            <ac:inkMk id="86" creationId="{18B8AC3C-B2A3-45D2-9A62-359FF3A96BC3}"/>
          </ac:inkMkLst>
        </pc:inkChg>
        <pc:inkChg chg="add mod">
          <ac:chgData name="Simranjit Singh" userId="2e0607b0-f894-409e-bc5e-dd11296ae8bf" providerId="ADAL" clId="{0BBB828D-E1E8-4FEA-83F4-7E7C40D3EFC5}" dt="2022-09-12T03:35:37.214" v="89"/>
          <ac:inkMkLst>
            <pc:docMk/>
            <pc:sldMk cId="2856318707" sldId="257"/>
            <ac:inkMk id="87" creationId="{F1A28EBE-4474-48D3-A984-9DDCF32B6D7E}"/>
          </ac:inkMkLst>
        </pc:inkChg>
        <pc:inkChg chg="add mod">
          <ac:chgData name="Simranjit Singh" userId="2e0607b0-f894-409e-bc5e-dd11296ae8bf" providerId="ADAL" clId="{0BBB828D-E1E8-4FEA-83F4-7E7C40D3EFC5}" dt="2022-09-12T03:35:37.214" v="89"/>
          <ac:inkMkLst>
            <pc:docMk/>
            <pc:sldMk cId="2856318707" sldId="257"/>
            <ac:inkMk id="88" creationId="{5C1F81C0-57D8-47CC-8B9A-32202C4B78AB}"/>
          </ac:inkMkLst>
        </pc:inkChg>
        <pc:inkChg chg="add mod">
          <ac:chgData name="Simranjit Singh" userId="2e0607b0-f894-409e-bc5e-dd11296ae8bf" providerId="ADAL" clId="{0BBB828D-E1E8-4FEA-83F4-7E7C40D3EFC5}" dt="2022-09-12T03:35:37.214" v="89"/>
          <ac:inkMkLst>
            <pc:docMk/>
            <pc:sldMk cId="2856318707" sldId="257"/>
            <ac:inkMk id="89" creationId="{9E93850E-B444-4E99-9645-B739EF3A292D}"/>
          </ac:inkMkLst>
        </pc:inkChg>
        <pc:inkChg chg="add mod">
          <ac:chgData name="Simranjit Singh" userId="2e0607b0-f894-409e-bc5e-dd11296ae8bf" providerId="ADAL" clId="{0BBB828D-E1E8-4FEA-83F4-7E7C40D3EFC5}" dt="2022-09-12T03:35:37.214" v="89"/>
          <ac:inkMkLst>
            <pc:docMk/>
            <pc:sldMk cId="2856318707" sldId="257"/>
            <ac:inkMk id="90" creationId="{0F2BE24B-DDF8-46EA-B740-91443DB0D841}"/>
          </ac:inkMkLst>
        </pc:inkChg>
        <pc:inkChg chg="add mod">
          <ac:chgData name="Simranjit Singh" userId="2e0607b0-f894-409e-bc5e-dd11296ae8bf" providerId="ADAL" clId="{0BBB828D-E1E8-4FEA-83F4-7E7C40D3EFC5}" dt="2022-09-12T03:35:37.214" v="89"/>
          <ac:inkMkLst>
            <pc:docMk/>
            <pc:sldMk cId="2856318707" sldId="257"/>
            <ac:inkMk id="91" creationId="{210D01EA-FC91-4776-A0BF-3D1D92D1A790}"/>
          </ac:inkMkLst>
        </pc:inkChg>
        <pc:inkChg chg="add mod">
          <ac:chgData name="Simranjit Singh" userId="2e0607b0-f894-409e-bc5e-dd11296ae8bf" providerId="ADAL" clId="{0BBB828D-E1E8-4FEA-83F4-7E7C40D3EFC5}" dt="2022-09-12T03:35:37.214" v="89"/>
          <ac:inkMkLst>
            <pc:docMk/>
            <pc:sldMk cId="2856318707" sldId="257"/>
            <ac:inkMk id="92" creationId="{F3315704-7D69-4826-B993-7B5D0C005681}"/>
          </ac:inkMkLst>
        </pc:inkChg>
        <pc:inkChg chg="add mod">
          <ac:chgData name="Simranjit Singh" userId="2e0607b0-f894-409e-bc5e-dd11296ae8bf" providerId="ADAL" clId="{0BBB828D-E1E8-4FEA-83F4-7E7C40D3EFC5}" dt="2022-09-12T03:35:37.214" v="89"/>
          <ac:inkMkLst>
            <pc:docMk/>
            <pc:sldMk cId="2856318707" sldId="257"/>
            <ac:inkMk id="93" creationId="{7BB2D9DE-6F1D-491D-BC3F-50BEC37DD03A}"/>
          </ac:inkMkLst>
        </pc:inkChg>
        <pc:inkChg chg="add mod">
          <ac:chgData name="Simranjit Singh" userId="2e0607b0-f894-409e-bc5e-dd11296ae8bf" providerId="ADAL" clId="{0BBB828D-E1E8-4FEA-83F4-7E7C40D3EFC5}" dt="2022-09-12T05:41:54.816" v="137"/>
          <ac:inkMkLst>
            <pc:docMk/>
            <pc:sldMk cId="2856318707" sldId="257"/>
            <ac:inkMk id="94" creationId="{251C968B-3589-44E7-A3BA-0930D37BC01E}"/>
          </ac:inkMkLst>
        </pc:inkChg>
        <pc:inkChg chg="add mod">
          <ac:chgData name="Simranjit Singh" userId="2e0607b0-f894-409e-bc5e-dd11296ae8bf" providerId="ADAL" clId="{0BBB828D-E1E8-4FEA-83F4-7E7C40D3EFC5}" dt="2022-09-12T03:35:37.214" v="89"/>
          <ac:inkMkLst>
            <pc:docMk/>
            <pc:sldMk cId="2856318707" sldId="257"/>
            <ac:inkMk id="95" creationId="{2C16D633-244E-4BA9-BD2E-5FDB82BCD409}"/>
          </ac:inkMkLst>
        </pc:inkChg>
        <pc:inkChg chg="add del">
          <ac:chgData name="Simranjit Singh" userId="2e0607b0-f894-409e-bc5e-dd11296ae8bf" providerId="ADAL" clId="{0BBB828D-E1E8-4FEA-83F4-7E7C40D3EFC5}" dt="2022-09-12T05:13:04.618" v="111" actId="478"/>
          <ac:inkMkLst>
            <pc:docMk/>
            <pc:sldMk cId="2856318707" sldId="257"/>
            <ac:inkMk id="97" creationId="{7DC60B4B-775F-468E-B41B-AF08DC05D631}"/>
          </ac:inkMkLst>
        </pc:inkChg>
        <pc:inkChg chg="add del">
          <ac:chgData name="Simranjit Singh" userId="2e0607b0-f894-409e-bc5e-dd11296ae8bf" providerId="ADAL" clId="{0BBB828D-E1E8-4FEA-83F4-7E7C40D3EFC5}" dt="2022-09-12T05:13:04.618" v="111" actId="478"/>
          <ac:inkMkLst>
            <pc:docMk/>
            <pc:sldMk cId="2856318707" sldId="257"/>
            <ac:inkMk id="98" creationId="{19E801C8-9CE9-45CD-BA16-CCDE8084BA30}"/>
          </ac:inkMkLst>
        </pc:inkChg>
        <pc:inkChg chg="add del">
          <ac:chgData name="Simranjit Singh" userId="2e0607b0-f894-409e-bc5e-dd11296ae8bf" providerId="ADAL" clId="{0BBB828D-E1E8-4FEA-83F4-7E7C40D3EFC5}" dt="2022-09-12T05:13:04.618" v="111" actId="478"/>
          <ac:inkMkLst>
            <pc:docMk/>
            <pc:sldMk cId="2856318707" sldId="257"/>
            <ac:inkMk id="99" creationId="{3E79DEE4-EAF1-4DC6-B381-392FC3D2A774}"/>
          </ac:inkMkLst>
        </pc:inkChg>
        <pc:inkChg chg="add mod">
          <ac:chgData name="Simranjit Singh" userId="2e0607b0-f894-409e-bc5e-dd11296ae8bf" providerId="ADAL" clId="{0BBB828D-E1E8-4FEA-83F4-7E7C40D3EFC5}" dt="2022-09-12T03:35:57.772" v="95"/>
          <ac:inkMkLst>
            <pc:docMk/>
            <pc:sldMk cId="2856318707" sldId="257"/>
            <ac:inkMk id="100" creationId="{D75F62AA-50B2-4442-8BD4-9306F6709109}"/>
          </ac:inkMkLst>
        </pc:inkChg>
        <pc:inkChg chg="add mod">
          <ac:chgData name="Simranjit Singh" userId="2e0607b0-f894-409e-bc5e-dd11296ae8bf" providerId="ADAL" clId="{0BBB828D-E1E8-4FEA-83F4-7E7C40D3EFC5}" dt="2022-09-12T03:35:57.772" v="95"/>
          <ac:inkMkLst>
            <pc:docMk/>
            <pc:sldMk cId="2856318707" sldId="257"/>
            <ac:inkMk id="101" creationId="{BC627EFC-E160-4ECE-9AE2-856A85B53396}"/>
          </ac:inkMkLst>
        </pc:inkChg>
        <pc:inkChg chg="add mod">
          <ac:chgData name="Simranjit Singh" userId="2e0607b0-f894-409e-bc5e-dd11296ae8bf" providerId="ADAL" clId="{0BBB828D-E1E8-4FEA-83F4-7E7C40D3EFC5}" dt="2022-09-12T05:41:54.816" v="137"/>
          <ac:inkMkLst>
            <pc:docMk/>
            <pc:sldMk cId="2856318707" sldId="257"/>
            <ac:inkMk id="104" creationId="{D5A36229-5211-4F9B-9371-265CF2FA2850}"/>
          </ac:inkMkLst>
        </pc:inkChg>
        <pc:inkChg chg="add mod">
          <ac:chgData name="Simranjit Singh" userId="2e0607b0-f894-409e-bc5e-dd11296ae8bf" providerId="ADAL" clId="{0BBB828D-E1E8-4FEA-83F4-7E7C40D3EFC5}" dt="2022-09-12T05:41:54.816" v="137"/>
          <ac:inkMkLst>
            <pc:docMk/>
            <pc:sldMk cId="2856318707" sldId="257"/>
            <ac:inkMk id="105" creationId="{39581404-9913-4B0E-9EE5-690443BFD8E5}"/>
          </ac:inkMkLst>
        </pc:inkChg>
        <pc:inkChg chg="add mod">
          <ac:chgData name="Simranjit Singh" userId="2e0607b0-f894-409e-bc5e-dd11296ae8bf" providerId="ADAL" clId="{0BBB828D-E1E8-4FEA-83F4-7E7C40D3EFC5}" dt="2022-09-12T05:41:54.816" v="137"/>
          <ac:inkMkLst>
            <pc:docMk/>
            <pc:sldMk cId="2856318707" sldId="257"/>
            <ac:inkMk id="106" creationId="{78291705-DC06-41B9-B182-78154B92ECF9}"/>
          </ac:inkMkLst>
        </pc:inkChg>
        <pc:inkChg chg="add mod">
          <ac:chgData name="Simranjit Singh" userId="2e0607b0-f894-409e-bc5e-dd11296ae8bf" providerId="ADAL" clId="{0BBB828D-E1E8-4FEA-83F4-7E7C40D3EFC5}" dt="2022-09-12T05:41:54.816" v="137"/>
          <ac:inkMkLst>
            <pc:docMk/>
            <pc:sldMk cId="2856318707" sldId="257"/>
            <ac:inkMk id="108" creationId="{A60EE2BA-F22C-49CD-8905-A470451076ED}"/>
          </ac:inkMkLst>
        </pc:inkChg>
        <pc:inkChg chg="add mod">
          <ac:chgData name="Simranjit Singh" userId="2e0607b0-f894-409e-bc5e-dd11296ae8bf" providerId="ADAL" clId="{0BBB828D-E1E8-4FEA-83F4-7E7C40D3EFC5}" dt="2022-09-12T05:41:52.659" v="133"/>
          <ac:inkMkLst>
            <pc:docMk/>
            <pc:sldMk cId="2856318707" sldId="257"/>
            <ac:inkMk id="110" creationId="{3A6974BF-338C-46C6-A752-8EFF7B92AA9C}"/>
          </ac:inkMkLst>
        </pc:inkChg>
        <pc:inkChg chg="add mod">
          <ac:chgData name="Simranjit Singh" userId="2e0607b0-f894-409e-bc5e-dd11296ae8bf" providerId="ADAL" clId="{0BBB828D-E1E8-4FEA-83F4-7E7C40D3EFC5}" dt="2022-09-12T05:41:52.659" v="133"/>
          <ac:inkMkLst>
            <pc:docMk/>
            <pc:sldMk cId="2856318707" sldId="257"/>
            <ac:inkMk id="111" creationId="{88B43DC7-62D2-4BED-8A2C-65D1FF74CDF8}"/>
          </ac:inkMkLst>
        </pc:inkChg>
        <pc:inkChg chg="add mod">
          <ac:chgData name="Simranjit Singh" userId="2e0607b0-f894-409e-bc5e-dd11296ae8bf" providerId="ADAL" clId="{0BBB828D-E1E8-4FEA-83F4-7E7C40D3EFC5}" dt="2022-09-12T05:41:52.659" v="133"/>
          <ac:inkMkLst>
            <pc:docMk/>
            <pc:sldMk cId="2856318707" sldId="257"/>
            <ac:inkMk id="112" creationId="{C1CF8F84-7370-4608-B24B-4850EA060C54}"/>
          </ac:inkMkLst>
        </pc:inkChg>
        <pc:inkChg chg="add mod">
          <ac:chgData name="Simranjit Singh" userId="2e0607b0-f894-409e-bc5e-dd11296ae8bf" providerId="ADAL" clId="{0BBB828D-E1E8-4FEA-83F4-7E7C40D3EFC5}" dt="2022-09-12T05:41:54.816" v="137"/>
          <ac:inkMkLst>
            <pc:docMk/>
            <pc:sldMk cId="2856318707" sldId="257"/>
            <ac:inkMk id="114" creationId="{4EA4299B-E890-4DD8-8D74-158556991D85}"/>
          </ac:inkMkLst>
        </pc:inkChg>
        <pc:inkChg chg="add mod">
          <ac:chgData name="Simranjit Singh" userId="2e0607b0-f894-409e-bc5e-dd11296ae8bf" providerId="ADAL" clId="{0BBB828D-E1E8-4FEA-83F4-7E7C40D3EFC5}" dt="2022-09-12T05:41:54.816" v="137"/>
          <ac:inkMkLst>
            <pc:docMk/>
            <pc:sldMk cId="2856318707" sldId="257"/>
            <ac:inkMk id="115" creationId="{2F32071F-E1A4-437F-AB0B-BC68ED9AF540}"/>
          </ac:inkMkLst>
        </pc:inkChg>
        <pc:inkChg chg="add mod">
          <ac:chgData name="Simranjit Singh" userId="2e0607b0-f894-409e-bc5e-dd11296ae8bf" providerId="ADAL" clId="{0BBB828D-E1E8-4FEA-83F4-7E7C40D3EFC5}" dt="2022-09-12T05:41:54.816" v="137"/>
          <ac:inkMkLst>
            <pc:docMk/>
            <pc:sldMk cId="2856318707" sldId="257"/>
            <ac:inkMk id="116" creationId="{849962E5-F2FD-4284-A26C-446B00029820}"/>
          </ac:inkMkLst>
        </pc:inkChg>
        <pc:inkChg chg="add mod">
          <ac:chgData name="Simranjit Singh" userId="2e0607b0-f894-409e-bc5e-dd11296ae8bf" providerId="ADAL" clId="{0BBB828D-E1E8-4FEA-83F4-7E7C40D3EFC5}" dt="2022-09-12T05:42:09.951" v="142"/>
          <ac:inkMkLst>
            <pc:docMk/>
            <pc:sldMk cId="2856318707" sldId="257"/>
            <ac:inkMk id="118" creationId="{1101C55B-FDC2-4567-8F74-7312051B2389}"/>
          </ac:inkMkLst>
        </pc:inkChg>
        <pc:inkChg chg="add mod">
          <ac:chgData name="Simranjit Singh" userId="2e0607b0-f894-409e-bc5e-dd11296ae8bf" providerId="ADAL" clId="{0BBB828D-E1E8-4FEA-83F4-7E7C40D3EFC5}" dt="2022-09-12T05:42:09.951" v="142"/>
          <ac:inkMkLst>
            <pc:docMk/>
            <pc:sldMk cId="2856318707" sldId="257"/>
            <ac:inkMk id="119" creationId="{B559427F-8A0A-4C75-8119-96A517FFC9CB}"/>
          </ac:inkMkLst>
        </pc:inkChg>
        <pc:inkChg chg="add mod">
          <ac:chgData name="Simranjit Singh" userId="2e0607b0-f894-409e-bc5e-dd11296ae8bf" providerId="ADAL" clId="{0BBB828D-E1E8-4FEA-83F4-7E7C40D3EFC5}" dt="2022-09-12T05:43:46.843" v="244"/>
          <ac:inkMkLst>
            <pc:docMk/>
            <pc:sldMk cId="2856318707" sldId="257"/>
            <ac:inkMk id="120" creationId="{5628C68D-254B-4462-94B5-F64A40EFA458}"/>
          </ac:inkMkLst>
        </pc:inkChg>
        <pc:inkChg chg="add mod">
          <ac:chgData name="Simranjit Singh" userId="2e0607b0-f894-409e-bc5e-dd11296ae8bf" providerId="ADAL" clId="{0BBB828D-E1E8-4FEA-83F4-7E7C40D3EFC5}" dt="2022-09-12T05:43:46.843" v="244"/>
          <ac:inkMkLst>
            <pc:docMk/>
            <pc:sldMk cId="2856318707" sldId="257"/>
            <ac:inkMk id="121" creationId="{CB946FA0-6A46-41FC-91AC-4EA127D072E8}"/>
          </ac:inkMkLst>
        </pc:inkChg>
        <pc:inkChg chg="add mod">
          <ac:chgData name="Simranjit Singh" userId="2e0607b0-f894-409e-bc5e-dd11296ae8bf" providerId="ADAL" clId="{0BBB828D-E1E8-4FEA-83F4-7E7C40D3EFC5}" dt="2022-09-12T05:42:24.631" v="158"/>
          <ac:inkMkLst>
            <pc:docMk/>
            <pc:sldMk cId="2856318707" sldId="257"/>
            <ac:inkMk id="123" creationId="{06449CB3-B0AE-44A6-ACBC-1CC784FAA3B2}"/>
          </ac:inkMkLst>
        </pc:inkChg>
        <pc:inkChg chg="add mod">
          <ac:chgData name="Simranjit Singh" userId="2e0607b0-f894-409e-bc5e-dd11296ae8bf" providerId="ADAL" clId="{0BBB828D-E1E8-4FEA-83F4-7E7C40D3EFC5}" dt="2022-09-12T05:42:24.631" v="158"/>
          <ac:inkMkLst>
            <pc:docMk/>
            <pc:sldMk cId="2856318707" sldId="257"/>
            <ac:inkMk id="124" creationId="{0604DF5C-9080-47F2-98EE-B4795295F4FB}"/>
          </ac:inkMkLst>
        </pc:inkChg>
        <pc:inkChg chg="add mod">
          <ac:chgData name="Simranjit Singh" userId="2e0607b0-f894-409e-bc5e-dd11296ae8bf" providerId="ADAL" clId="{0BBB828D-E1E8-4FEA-83F4-7E7C40D3EFC5}" dt="2022-09-12T05:42:24.631" v="158"/>
          <ac:inkMkLst>
            <pc:docMk/>
            <pc:sldMk cId="2856318707" sldId="257"/>
            <ac:inkMk id="125" creationId="{85688274-F523-4E97-98B9-A890C9BE2E97}"/>
          </ac:inkMkLst>
        </pc:inkChg>
        <pc:inkChg chg="add mod">
          <ac:chgData name="Simranjit Singh" userId="2e0607b0-f894-409e-bc5e-dd11296ae8bf" providerId="ADAL" clId="{0BBB828D-E1E8-4FEA-83F4-7E7C40D3EFC5}" dt="2022-09-12T05:42:24.631" v="158"/>
          <ac:inkMkLst>
            <pc:docMk/>
            <pc:sldMk cId="2856318707" sldId="257"/>
            <ac:inkMk id="126" creationId="{DDC4428A-3A4B-463C-B613-F3EAAD88751B}"/>
          </ac:inkMkLst>
        </pc:inkChg>
        <pc:inkChg chg="add mod">
          <ac:chgData name="Simranjit Singh" userId="2e0607b0-f894-409e-bc5e-dd11296ae8bf" providerId="ADAL" clId="{0BBB828D-E1E8-4FEA-83F4-7E7C40D3EFC5}" dt="2022-09-12T05:42:24.631" v="158"/>
          <ac:inkMkLst>
            <pc:docMk/>
            <pc:sldMk cId="2856318707" sldId="257"/>
            <ac:inkMk id="127" creationId="{1A87A392-DC86-4B05-9538-3BDE1C833695}"/>
          </ac:inkMkLst>
        </pc:inkChg>
        <pc:inkChg chg="add mod">
          <ac:chgData name="Simranjit Singh" userId="2e0607b0-f894-409e-bc5e-dd11296ae8bf" providerId="ADAL" clId="{0BBB828D-E1E8-4FEA-83F4-7E7C40D3EFC5}" dt="2022-09-12T05:42:24.631" v="158"/>
          <ac:inkMkLst>
            <pc:docMk/>
            <pc:sldMk cId="2856318707" sldId="257"/>
            <ac:inkMk id="128" creationId="{850D912B-5A79-458E-85A6-F347AA9F9E38}"/>
          </ac:inkMkLst>
        </pc:inkChg>
        <pc:inkChg chg="add mod">
          <ac:chgData name="Simranjit Singh" userId="2e0607b0-f894-409e-bc5e-dd11296ae8bf" providerId="ADAL" clId="{0BBB828D-E1E8-4FEA-83F4-7E7C40D3EFC5}" dt="2022-09-12T05:42:24.631" v="158"/>
          <ac:inkMkLst>
            <pc:docMk/>
            <pc:sldMk cId="2856318707" sldId="257"/>
            <ac:inkMk id="129" creationId="{5C19D4D0-1705-4E7C-9A84-078FA16F81B7}"/>
          </ac:inkMkLst>
        </pc:inkChg>
        <pc:inkChg chg="add mod">
          <ac:chgData name="Simranjit Singh" userId="2e0607b0-f894-409e-bc5e-dd11296ae8bf" providerId="ADAL" clId="{0BBB828D-E1E8-4FEA-83F4-7E7C40D3EFC5}" dt="2022-09-12T05:42:24.631" v="158"/>
          <ac:inkMkLst>
            <pc:docMk/>
            <pc:sldMk cId="2856318707" sldId="257"/>
            <ac:inkMk id="130" creationId="{44D6DDBB-E9F8-4F60-8928-4E5E4B2830CC}"/>
          </ac:inkMkLst>
        </pc:inkChg>
        <pc:inkChg chg="add mod">
          <ac:chgData name="Simranjit Singh" userId="2e0607b0-f894-409e-bc5e-dd11296ae8bf" providerId="ADAL" clId="{0BBB828D-E1E8-4FEA-83F4-7E7C40D3EFC5}" dt="2022-09-12T05:42:24.631" v="158"/>
          <ac:inkMkLst>
            <pc:docMk/>
            <pc:sldMk cId="2856318707" sldId="257"/>
            <ac:inkMk id="131" creationId="{F9DCD16B-6982-4C8B-B93E-76903F412E4C}"/>
          </ac:inkMkLst>
        </pc:inkChg>
        <pc:inkChg chg="add mod">
          <ac:chgData name="Simranjit Singh" userId="2e0607b0-f894-409e-bc5e-dd11296ae8bf" providerId="ADAL" clId="{0BBB828D-E1E8-4FEA-83F4-7E7C40D3EFC5}" dt="2022-09-12T05:42:24.631" v="158"/>
          <ac:inkMkLst>
            <pc:docMk/>
            <pc:sldMk cId="2856318707" sldId="257"/>
            <ac:inkMk id="132" creationId="{F581AF5E-F6CA-4F72-862E-383DEC957A24}"/>
          </ac:inkMkLst>
        </pc:inkChg>
        <pc:inkChg chg="add mod">
          <ac:chgData name="Simranjit Singh" userId="2e0607b0-f894-409e-bc5e-dd11296ae8bf" providerId="ADAL" clId="{0BBB828D-E1E8-4FEA-83F4-7E7C40D3EFC5}" dt="2022-09-12T05:42:24.631" v="158"/>
          <ac:inkMkLst>
            <pc:docMk/>
            <pc:sldMk cId="2856318707" sldId="257"/>
            <ac:inkMk id="133" creationId="{42F9BF9E-19D1-4B51-B3C2-581BAD26CBE1}"/>
          </ac:inkMkLst>
        </pc:inkChg>
        <pc:inkChg chg="add mod">
          <ac:chgData name="Simranjit Singh" userId="2e0607b0-f894-409e-bc5e-dd11296ae8bf" providerId="ADAL" clId="{0BBB828D-E1E8-4FEA-83F4-7E7C40D3EFC5}" dt="2022-09-12T05:42:24.631" v="158"/>
          <ac:inkMkLst>
            <pc:docMk/>
            <pc:sldMk cId="2856318707" sldId="257"/>
            <ac:inkMk id="134" creationId="{58B68D24-5D91-4142-82A0-0F3EAA6824AC}"/>
          </ac:inkMkLst>
        </pc:inkChg>
        <pc:inkChg chg="add mod">
          <ac:chgData name="Simranjit Singh" userId="2e0607b0-f894-409e-bc5e-dd11296ae8bf" providerId="ADAL" clId="{0BBB828D-E1E8-4FEA-83F4-7E7C40D3EFC5}" dt="2022-09-12T05:42:24.631" v="158"/>
          <ac:inkMkLst>
            <pc:docMk/>
            <pc:sldMk cId="2856318707" sldId="257"/>
            <ac:inkMk id="135" creationId="{11EE6719-6439-4B74-B35C-1D9F5EC0E8D6}"/>
          </ac:inkMkLst>
        </pc:inkChg>
        <pc:inkChg chg="add mod">
          <ac:chgData name="Simranjit Singh" userId="2e0607b0-f894-409e-bc5e-dd11296ae8bf" providerId="ADAL" clId="{0BBB828D-E1E8-4FEA-83F4-7E7C40D3EFC5}" dt="2022-09-12T05:42:24.631" v="158"/>
          <ac:inkMkLst>
            <pc:docMk/>
            <pc:sldMk cId="2856318707" sldId="257"/>
            <ac:inkMk id="136" creationId="{52EAF96C-98A1-44DC-9708-EB56C756BB04}"/>
          </ac:inkMkLst>
        </pc:inkChg>
        <pc:inkChg chg="add mod">
          <ac:chgData name="Simranjit Singh" userId="2e0607b0-f894-409e-bc5e-dd11296ae8bf" providerId="ADAL" clId="{0BBB828D-E1E8-4FEA-83F4-7E7C40D3EFC5}" dt="2022-09-12T05:42:24.631" v="158"/>
          <ac:inkMkLst>
            <pc:docMk/>
            <pc:sldMk cId="2856318707" sldId="257"/>
            <ac:inkMk id="137" creationId="{50D5380C-D07A-4D0A-92F0-9DB91030E346}"/>
          </ac:inkMkLst>
        </pc:inkChg>
        <pc:inkChg chg="add del mod">
          <ac:chgData name="Simranjit Singh" userId="2e0607b0-f894-409e-bc5e-dd11296ae8bf" providerId="ADAL" clId="{0BBB828D-E1E8-4FEA-83F4-7E7C40D3EFC5}" dt="2022-09-14T05:07:16.051" v="245" actId="478"/>
          <ac:inkMkLst>
            <pc:docMk/>
            <pc:sldMk cId="2856318707" sldId="257"/>
            <ac:inkMk id="141" creationId="{E54EB3E5-F0AB-4B41-BD9F-5597387E99E5}"/>
          </ac:inkMkLst>
        </pc:inkChg>
        <pc:inkChg chg="add mod">
          <ac:chgData name="Simranjit Singh" userId="2e0607b0-f894-409e-bc5e-dd11296ae8bf" providerId="ADAL" clId="{0BBB828D-E1E8-4FEA-83F4-7E7C40D3EFC5}" dt="2022-09-12T05:43:01.861" v="187"/>
          <ac:inkMkLst>
            <pc:docMk/>
            <pc:sldMk cId="2856318707" sldId="257"/>
            <ac:inkMk id="143" creationId="{327D6BEA-41D4-49CB-AB2D-387F68E5E581}"/>
          </ac:inkMkLst>
        </pc:inkChg>
        <pc:inkChg chg="add mod">
          <ac:chgData name="Simranjit Singh" userId="2e0607b0-f894-409e-bc5e-dd11296ae8bf" providerId="ADAL" clId="{0BBB828D-E1E8-4FEA-83F4-7E7C40D3EFC5}" dt="2022-09-12T05:43:01.861" v="187"/>
          <ac:inkMkLst>
            <pc:docMk/>
            <pc:sldMk cId="2856318707" sldId="257"/>
            <ac:inkMk id="144" creationId="{58C253BE-2902-44DC-BBED-C4CC6C160B25}"/>
          </ac:inkMkLst>
        </pc:inkChg>
        <pc:inkChg chg="add mod">
          <ac:chgData name="Simranjit Singh" userId="2e0607b0-f894-409e-bc5e-dd11296ae8bf" providerId="ADAL" clId="{0BBB828D-E1E8-4FEA-83F4-7E7C40D3EFC5}" dt="2022-09-12T05:43:01.861" v="187"/>
          <ac:inkMkLst>
            <pc:docMk/>
            <pc:sldMk cId="2856318707" sldId="257"/>
            <ac:inkMk id="145" creationId="{FBE6C5CD-1D12-4402-AA55-B5587EF12AE5}"/>
          </ac:inkMkLst>
        </pc:inkChg>
        <pc:inkChg chg="add mod">
          <ac:chgData name="Simranjit Singh" userId="2e0607b0-f894-409e-bc5e-dd11296ae8bf" providerId="ADAL" clId="{0BBB828D-E1E8-4FEA-83F4-7E7C40D3EFC5}" dt="2022-09-12T05:43:01.861" v="187"/>
          <ac:inkMkLst>
            <pc:docMk/>
            <pc:sldMk cId="2856318707" sldId="257"/>
            <ac:inkMk id="146" creationId="{F7065AC3-1B90-40EC-9BE9-B4CFFBBDE0A0}"/>
          </ac:inkMkLst>
        </pc:inkChg>
        <pc:inkChg chg="add mod">
          <ac:chgData name="Simranjit Singh" userId="2e0607b0-f894-409e-bc5e-dd11296ae8bf" providerId="ADAL" clId="{0BBB828D-E1E8-4FEA-83F4-7E7C40D3EFC5}" dt="2022-09-12T05:43:01.861" v="187"/>
          <ac:inkMkLst>
            <pc:docMk/>
            <pc:sldMk cId="2856318707" sldId="257"/>
            <ac:inkMk id="147" creationId="{FE7989AF-141C-4CE2-993A-8ACBEED6ADD2}"/>
          </ac:inkMkLst>
        </pc:inkChg>
        <pc:inkChg chg="add mod">
          <ac:chgData name="Simranjit Singh" userId="2e0607b0-f894-409e-bc5e-dd11296ae8bf" providerId="ADAL" clId="{0BBB828D-E1E8-4FEA-83F4-7E7C40D3EFC5}" dt="2022-09-12T05:43:01.861" v="187"/>
          <ac:inkMkLst>
            <pc:docMk/>
            <pc:sldMk cId="2856318707" sldId="257"/>
            <ac:inkMk id="148" creationId="{00821474-67AB-416F-B959-AD952A1A40BB}"/>
          </ac:inkMkLst>
        </pc:inkChg>
        <pc:inkChg chg="add mod">
          <ac:chgData name="Simranjit Singh" userId="2e0607b0-f894-409e-bc5e-dd11296ae8bf" providerId="ADAL" clId="{0BBB828D-E1E8-4FEA-83F4-7E7C40D3EFC5}" dt="2022-09-12T05:43:01.861" v="187"/>
          <ac:inkMkLst>
            <pc:docMk/>
            <pc:sldMk cId="2856318707" sldId="257"/>
            <ac:inkMk id="149" creationId="{DB9C9E9F-AD03-49BE-8E5F-FE34FD0D1D5A}"/>
          </ac:inkMkLst>
        </pc:inkChg>
        <pc:inkChg chg="add mod">
          <ac:chgData name="Simranjit Singh" userId="2e0607b0-f894-409e-bc5e-dd11296ae8bf" providerId="ADAL" clId="{0BBB828D-E1E8-4FEA-83F4-7E7C40D3EFC5}" dt="2022-09-12T05:43:01.861" v="187"/>
          <ac:inkMkLst>
            <pc:docMk/>
            <pc:sldMk cId="2856318707" sldId="257"/>
            <ac:inkMk id="150" creationId="{F6B58281-5962-4B14-8C08-D0C1B0C65EDE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152" creationId="{59601570-3589-49E9-A82B-80CFEE46293A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153" creationId="{3937C9CD-4DCD-4245-B929-2BC580C2C206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154" creationId="{3EF3B339-307E-46CA-B6A4-DF9134F26D45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155" creationId="{AEB58F35-9204-4F73-A679-80A0381A81C0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156" creationId="{04355150-1E4A-47C7-89C1-21E788CA46AD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157" creationId="{75A2F0E4-F22C-494D-8DC8-45E0682C5DC4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158" creationId="{DB4A34D8-DE83-4F2E-AE50-7C3674D6BA7E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159" creationId="{4FCEE3FD-63C8-4D2F-AD6E-990633F76FF2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160" creationId="{DBC2EBF4-1ED1-45B9-9598-C6B14BF896C2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161" creationId="{4FA6B23C-F05D-4C2E-8D5F-925A470A1EF7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162" creationId="{303A7361-2A1B-4CBC-AC01-09B69E763084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163" creationId="{0816B52C-F5A9-42DE-A0EB-2B1F65559E26}"/>
          </ac:inkMkLst>
        </pc:inkChg>
        <pc:inkChg chg="add del">
          <ac:chgData name="Simranjit Singh" userId="2e0607b0-f894-409e-bc5e-dd11296ae8bf" providerId="ADAL" clId="{0BBB828D-E1E8-4FEA-83F4-7E7C40D3EFC5}" dt="2022-09-14T05:07:16.051" v="245" actId="478"/>
          <ac:inkMkLst>
            <pc:docMk/>
            <pc:sldMk cId="2856318707" sldId="257"/>
            <ac:inkMk id="164" creationId="{A2D70A2E-7219-4917-A219-A648DF0F6BEB}"/>
          </ac:inkMkLst>
        </pc:inkChg>
        <pc:inkChg chg="add mod">
          <ac:chgData name="Simranjit Singh" userId="2e0607b0-f894-409e-bc5e-dd11296ae8bf" providerId="ADAL" clId="{0BBB828D-E1E8-4FEA-83F4-7E7C40D3EFC5}" dt="2022-09-12T05:43:01.861" v="187"/>
          <ac:inkMkLst>
            <pc:docMk/>
            <pc:sldMk cId="2856318707" sldId="257"/>
            <ac:inkMk id="168" creationId="{5C1D1971-938C-4DD0-9CD7-F65BE8669D89}"/>
          </ac:inkMkLst>
        </pc:inkChg>
        <pc:inkChg chg="add mod">
          <ac:chgData name="Simranjit Singh" userId="2e0607b0-f894-409e-bc5e-dd11296ae8bf" providerId="ADAL" clId="{0BBB828D-E1E8-4FEA-83F4-7E7C40D3EFC5}" dt="2022-09-12T05:43:01.861" v="187"/>
          <ac:inkMkLst>
            <pc:docMk/>
            <pc:sldMk cId="2856318707" sldId="257"/>
            <ac:inkMk id="169" creationId="{558FDF6B-DCD0-4F5F-9B5E-3CFAE2DFFAAE}"/>
          </ac:inkMkLst>
        </pc:inkChg>
        <pc:inkChg chg="add mod">
          <ac:chgData name="Simranjit Singh" userId="2e0607b0-f894-409e-bc5e-dd11296ae8bf" providerId="ADAL" clId="{0BBB828D-E1E8-4FEA-83F4-7E7C40D3EFC5}" dt="2022-09-12T05:43:02.821" v="189"/>
          <ac:inkMkLst>
            <pc:docMk/>
            <pc:sldMk cId="2856318707" sldId="257"/>
            <ac:inkMk id="170" creationId="{3A26AA3D-F487-4103-9AE2-2160B3C5709E}"/>
          </ac:inkMkLst>
        </pc:inkChg>
        <pc:inkChg chg="add mod">
          <ac:chgData name="Simranjit Singh" userId="2e0607b0-f894-409e-bc5e-dd11296ae8bf" providerId="ADAL" clId="{0BBB828D-E1E8-4FEA-83F4-7E7C40D3EFC5}" dt="2022-09-12T05:43:02.821" v="189"/>
          <ac:inkMkLst>
            <pc:docMk/>
            <pc:sldMk cId="2856318707" sldId="257"/>
            <ac:inkMk id="172" creationId="{7536660C-CDA9-429F-B2DD-FFAFC47E7685}"/>
          </ac:inkMkLst>
        </pc:inkChg>
        <pc:inkChg chg="add del">
          <ac:chgData name="Simranjit Singh" userId="2e0607b0-f894-409e-bc5e-dd11296ae8bf" providerId="ADAL" clId="{0BBB828D-E1E8-4FEA-83F4-7E7C40D3EFC5}" dt="2022-09-14T05:07:16.051" v="245" actId="478"/>
          <ac:inkMkLst>
            <pc:docMk/>
            <pc:sldMk cId="2856318707" sldId="257"/>
            <ac:inkMk id="174" creationId="{81B75EAD-EBC1-454B-B7AC-B5CBDE2D30A9}"/>
          </ac:inkMkLst>
        </pc:inkChg>
        <pc:inkChg chg="add mod">
          <ac:chgData name="Simranjit Singh" userId="2e0607b0-f894-409e-bc5e-dd11296ae8bf" providerId="ADAL" clId="{0BBB828D-E1E8-4FEA-83F4-7E7C40D3EFC5}" dt="2022-09-12T05:43:46.843" v="244"/>
          <ac:inkMkLst>
            <pc:docMk/>
            <pc:sldMk cId="2856318707" sldId="257"/>
            <ac:inkMk id="175" creationId="{EBAF5E47-50C4-4DD7-A7BA-6EBFF5D1700A}"/>
          </ac:inkMkLst>
        </pc:inkChg>
        <pc:inkChg chg="add mod">
          <ac:chgData name="Simranjit Singh" userId="2e0607b0-f894-409e-bc5e-dd11296ae8bf" providerId="ADAL" clId="{0BBB828D-E1E8-4FEA-83F4-7E7C40D3EFC5}" dt="2022-09-12T05:43:46.843" v="244"/>
          <ac:inkMkLst>
            <pc:docMk/>
            <pc:sldMk cId="2856318707" sldId="257"/>
            <ac:inkMk id="176" creationId="{F76FC885-3183-416E-B166-5632DAC5ECA9}"/>
          </ac:inkMkLst>
        </pc:inkChg>
        <pc:inkChg chg="add mod">
          <ac:chgData name="Simranjit Singh" userId="2e0607b0-f894-409e-bc5e-dd11296ae8bf" providerId="ADAL" clId="{0BBB828D-E1E8-4FEA-83F4-7E7C40D3EFC5}" dt="2022-09-12T05:43:46.843" v="244"/>
          <ac:inkMkLst>
            <pc:docMk/>
            <pc:sldMk cId="2856318707" sldId="257"/>
            <ac:inkMk id="177" creationId="{EE09054B-4B16-49C2-AB28-725E98834928}"/>
          </ac:inkMkLst>
        </pc:inkChg>
        <pc:inkChg chg="add mod">
          <ac:chgData name="Simranjit Singh" userId="2e0607b0-f894-409e-bc5e-dd11296ae8bf" providerId="ADAL" clId="{0BBB828D-E1E8-4FEA-83F4-7E7C40D3EFC5}" dt="2022-09-12T05:43:46.843" v="244"/>
          <ac:inkMkLst>
            <pc:docMk/>
            <pc:sldMk cId="2856318707" sldId="257"/>
            <ac:inkMk id="178" creationId="{FA8E41F1-7985-4D2A-88C5-81A231DF6738}"/>
          </ac:inkMkLst>
        </pc:inkChg>
        <pc:inkChg chg="add mod">
          <ac:chgData name="Simranjit Singh" userId="2e0607b0-f894-409e-bc5e-dd11296ae8bf" providerId="ADAL" clId="{0BBB828D-E1E8-4FEA-83F4-7E7C40D3EFC5}" dt="2022-09-12T05:43:46.843" v="244"/>
          <ac:inkMkLst>
            <pc:docMk/>
            <pc:sldMk cId="2856318707" sldId="257"/>
            <ac:inkMk id="179" creationId="{535F78C4-BE04-48E0-B588-5B25980CD998}"/>
          </ac:inkMkLst>
        </pc:inkChg>
        <pc:inkChg chg="add mod">
          <ac:chgData name="Simranjit Singh" userId="2e0607b0-f894-409e-bc5e-dd11296ae8bf" providerId="ADAL" clId="{0BBB828D-E1E8-4FEA-83F4-7E7C40D3EFC5}" dt="2022-09-12T05:43:46.843" v="244"/>
          <ac:inkMkLst>
            <pc:docMk/>
            <pc:sldMk cId="2856318707" sldId="257"/>
            <ac:inkMk id="180" creationId="{EBE9267C-97C9-4343-BEA8-D3B7443F897C}"/>
          </ac:inkMkLst>
        </pc:inkChg>
        <pc:inkChg chg="add mod">
          <ac:chgData name="Simranjit Singh" userId="2e0607b0-f894-409e-bc5e-dd11296ae8bf" providerId="ADAL" clId="{0BBB828D-E1E8-4FEA-83F4-7E7C40D3EFC5}" dt="2022-09-12T05:43:46.843" v="244"/>
          <ac:inkMkLst>
            <pc:docMk/>
            <pc:sldMk cId="2856318707" sldId="257"/>
            <ac:inkMk id="181" creationId="{B18A8DAF-A746-4707-A1A4-BC326ABDE3A0}"/>
          </ac:inkMkLst>
        </pc:inkChg>
        <pc:inkChg chg="add mod">
          <ac:chgData name="Simranjit Singh" userId="2e0607b0-f894-409e-bc5e-dd11296ae8bf" providerId="ADAL" clId="{0BBB828D-E1E8-4FEA-83F4-7E7C40D3EFC5}" dt="2022-09-12T05:43:46.843" v="244"/>
          <ac:inkMkLst>
            <pc:docMk/>
            <pc:sldMk cId="2856318707" sldId="257"/>
            <ac:inkMk id="182" creationId="{A2001750-6637-44A5-AC33-6A3D107B33DA}"/>
          </ac:inkMkLst>
        </pc:inkChg>
        <pc:inkChg chg="add mod">
          <ac:chgData name="Simranjit Singh" userId="2e0607b0-f894-409e-bc5e-dd11296ae8bf" providerId="ADAL" clId="{0BBB828D-E1E8-4FEA-83F4-7E7C40D3EFC5}" dt="2022-09-12T05:43:46.843" v="244"/>
          <ac:inkMkLst>
            <pc:docMk/>
            <pc:sldMk cId="2856318707" sldId="257"/>
            <ac:inkMk id="183" creationId="{0189E16E-8B2C-4BC2-BB6B-8FD18E8380F9}"/>
          </ac:inkMkLst>
        </pc:inkChg>
        <pc:inkChg chg="add mod">
          <ac:chgData name="Simranjit Singh" userId="2e0607b0-f894-409e-bc5e-dd11296ae8bf" providerId="ADAL" clId="{0BBB828D-E1E8-4FEA-83F4-7E7C40D3EFC5}" dt="2022-09-12T05:43:46.843" v="244"/>
          <ac:inkMkLst>
            <pc:docMk/>
            <pc:sldMk cId="2856318707" sldId="257"/>
            <ac:inkMk id="184" creationId="{E51092AA-73CD-4441-987B-5BAB9BFF537D}"/>
          </ac:inkMkLst>
        </pc:inkChg>
        <pc:inkChg chg="add mod">
          <ac:chgData name="Simranjit Singh" userId="2e0607b0-f894-409e-bc5e-dd11296ae8bf" providerId="ADAL" clId="{0BBB828D-E1E8-4FEA-83F4-7E7C40D3EFC5}" dt="2022-09-12T05:43:46.843" v="244"/>
          <ac:inkMkLst>
            <pc:docMk/>
            <pc:sldMk cId="2856318707" sldId="257"/>
            <ac:inkMk id="187" creationId="{9A66613E-8809-413A-8C13-7AEE81DB7361}"/>
          </ac:inkMkLst>
        </pc:inkChg>
        <pc:inkChg chg="add mod">
          <ac:chgData name="Simranjit Singh" userId="2e0607b0-f894-409e-bc5e-dd11296ae8bf" providerId="ADAL" clId="{0BBB828D-E1E8-4FEA-83F4-7E7C40D3EFC5}" dt="2022-09-12T05:43:46.843" v="244"/>
          <ac:inkMkLst>
            <pc:docMk/>
            <pc:sldMk cId="2856318707" sldId="257"/>
            <ac:inkMk id="188" creationId="{E6737E92-B2A6-4B71-B486-79DAC56EE30A}"/>
          </ac:inkMkLst>
        </pc:inkChg>
        <pc:inkChg chg="add mod">
          <ac:chgData name="Simranjit Singh" userId="2e0607b0-f894-409e-bc5e-dd11296ae8bf" providerId="ADAL" clId="{0BBB828D-E1E8-4FEA-83F4-7E7C40D3EFC5}" dt="2022-09-12T05:43:46.843" v="244"/>
          <ac:inkMkLst>
            <pc:docMk/>
            <pc:sldMk cId="2856318707" sldId="257"/>
            <ac:inkMk id="190" creationId="{4C533F17-0E6E-4DFB-87B3-FDC8BE3972B5}"/>
          </ac:inkMkLst>
        </pc:inkChg>
        <pc:inkChg chg="add mod">
          <ac:chgData name="Simranjit Singh" userId="2e0607b0-f894-409e-bc5e-dd11296ae8bf" providerId="ADAL" clId="{0BBB828D-E1E8-4FEA-83F4-7E7C40D3EFC5}" dt="2022-09-12T05:43:46.843" v="244"/>
          <ac:inkMkLst>
            <pc:docMk/>
            <pc:sldMk cId="2856318707" sldId="257"/>
            <ac:inkMk id="191" creationId="{FBDF9B07-B222-4837-BCD7-AFF5C8A3837F}"/>
          </ac:inkMkLst>
        </pc:inkChg>
        <pc:inkChg chg="add mod">
          <ac:chgData name="Simranjit Singh" userId="2e0607b0-f894-409e-bc5e-dd11296ae8bf" providerId="ADAL" clId="{0BBB828D-E1E8-4FEA-83F4-7E7C40D3EFC5}" dt="2022-09-12T05:43:46.843" v="244"/>
          <ac:inkMkLst>
            <pc:docMk/>
            <pc:sldMk cId="2856318707" sldId="257"/>
            <ac:inkMk id="192" creationId="{E9DA869F-49C2-4D64-AA79-53A77B715E05}"/>
          </ac:inkMkLst>
        </pc:inkChg>
        <pc:inkChg chg="add mod">
          <ac:chgData name="Simranjit Singh" userId="2e0607b0-f894-409e-bc5e-dd11296ae8bf" providerId="ADAL" clId="{0BBB828D-E1E8-4FEA-83F4-7E7C40D3EFC5}" dt="2022-09-12T05:43:46.843" v="244"/>
          <ac:inkMkLst>
            <pc:docMk/>
            <pc:sldMk cId="2856318707" sldId="257"/>
            <ac:inkMk id="193" creationId="{24D70D4F-415C-4404-9473-C4CDF7E404BA}"/>
          </ac:inkMkLst>
        </pc:inkChg>
        <pc:inkChg chg="add mod">
          <ac:chgData name="Simranjit Singh" userId="2e0607b0-f894-409e-bc5e-dd11296ae8bf" providerId="ADAL" clId="{0BBB828D-E1E8-4FEA-83F4-7E7C40D3EFC5}" dt="2022-09-12T05:43:21.508" v="211"/>
          <ac:inkMkLst>
            <pc:docMk/>
            <pc:sldMk cId="2856318707" sldId="257"/>
            <ac:inkMk id="194" creationId="{541B1A61-3774-440E-B6D5-BDAF7BFDCB6D}"/>
          </ac:inkMkLst>
        </pc:inkChg>
        <pc:inkChg chg="add mod">
          <ac:chgData name="Simranjit Singh" userId="2e0607b0-f894-409e-bc5e-dd11296ae8bf" providerId="ADAL" clId="{0BBB828D-E1E8-4FEA-83F4-7E7C40D3EFC5}" dt="2022-09-12T05:43:21.508" v="211"/>
          <ac:inkMkLst>
            <pc:docMk/>
            <pc:sldMk cId="2856318707" sldId="257"/>
            <ac:inkMk id="195" creationId="{C2C753FB-2611-43B9-A283-920815B0F872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198" creationId="{28B0F4C4-8093-4D11-AA59-0EFE7167223E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199" creationId="{1B23B38A-7427-45D4-985E-B2BDE26E1EC1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200" creationId="{56AEA7C2-08EF-4420-9458-41B6116BBB29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201" creationId="{CBE0F413-084D-4708-8C9D-0CBF9637A623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202" creationId="{C615CCB8-8EBD-4D14-A96D-B3E75651942F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203" creationId="{F7F67D8C-22D7-4AA6-B265-0CC92AAA1497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204" creationId="{09E92482-52BF-48B7-B7D1-CD77D5F0A215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205" creationId="{E4AD15DD-565D-48C4-A622-36396930B396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207" creationId="{717E455B-58F3-4CD0-82A3-12A3482F69CD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208" creationId="{61E930E2-3140-4D85-A20F-4717D018CB5C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209" creationId="{249B084D-8784-4641-A9EC-FCE6CBF72C03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210" creationId="{C94CE7E3-90D8-4F79-9782-80806B46BD9B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211" creationId="{A4205699-4087-44A7-BF0F-B5DEAF001987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212" creationId="{CEBB241B-8EAB-46DE-991D-0A6F3CD88D87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213" creationId="{1ABFB007-F4B5-4C84-89C8-47ED1A9AF90A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214" creationId="{3346FFF4-7DA1-4277-BFBC-7BF732C48997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215" creationId="{A7BFCE5D-AC43-43C7-B21F-4D243930B2D8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216" creationId="{8F619588-73FA-4428-9676-8D8EFCE29415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217" creationId="{F9ACE218-EF01-4031-827B-E2ECF005DAAB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218" creationId="{8608FDD4-B6A0-4599-8876-81AA2EE88E45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219" creationId="{220FA7C9-2572-4504-B5BB-ACE6311FE909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220" creationId="{7A363A24-2F05-453F-B4D9-51E2888A3938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222" creationId="{51135AF2-B214-4099-B8FB-319946AE486F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224" creationId="{D985F20F-4954-4B0E-939D-6751C9BA2CC9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225" creationId="{84D5D20F-FB03-4882-B5B7-51B82C977383}"/>
          </ac:inkMkLst>
        </pc:inkChg>
        <pc:inkChg chg="add mod">
          <ac:chgData name="Simranjit Singh" userId="2e0607b0-f894-409e-bc5e-dd11296ae8bf" providerId="ADAL" clId="{0BBB828D-E1E8-4FEA-83F4-7E7C40D3EFC5}" dt="2022-09-12T05:43:41.541" v="241"/>
          <ac:inkMkLst>
            <pc:docMk/>
            <pc:sldMk cId="2856318707" sldId="257"/>
            <ac:inkMk id="226" creationId="{6D9E367F-68C4-4D6E-A008-10D4561FAFDD}"/>
          </ac:inkMkLst>
        </pc:inkChg>
        <pc:inkChg chg="add mod">
          <ac:chgData name="Simranjit Singh" userId="2e0607b0-f894-409e-bc5e-dd11296ae8bf" providerId="ADAL" clId="{0BBB828D-E1E8-4FEA-83F4-7E7C40D3EFC5}" dt="2022-09-12T05:43:46.843" v="244"/>
          <ac:inkMkLst>
            <pc:docMk/>
            <pc:sldMk cId="2856318707" sldId="257"/>
            <ac:inkMk id="228" creationId="{87137DC2-69C6-4A97-8295-A882F4AF0CA6}"/>
          </ac:inkMkLst>
        </pc:inkChg>
        <pc:inkChg chg="add mod">
          <ac:chgData name="Simranjit Singh" userId="2e0607b0-f894-409e-bc5e-dd11296ae8bf" providerId="ADAL" clId="{0BBB828D-E1E8-4FEA-83F4-7E7C40D3EFC5}" dt="2022-09-12T05:43:46.843" v="244"/>
          <ac:inkMkLst>
            <pc:docMk/>
            <pc:sldMk cId="2856318707" sldId="257"/>
            <ac:inkMk id="229" creationId="{CEC687BE-993D-48A6-95A5-03AD1F85852E}"/>
          </ac:inkMkLst>
        </pc:inkChg>
      </pc:sldChg>
      <pc:sldChg chg="addSp delSp modSp mod">
        <pc:chgData name="Simranjit Singh" userId="2e0607b0-f894-409e-bc5e-dd11296ae8bf" providerId="ADAL" clId="{0BBB828D-E1E8-4FEA-83F4-7E7C40D3EFC5}" dt="2022-09-12T05:13:17.370" v="113" actId="478"/>
        <pc:sldMkLst>
          <pc:docMk/>
          <pc:sldMk cId="2208612486" sldId="258"/>
        </pc:sldMkLst>
        <pc:grpChg chg="del mod">
          <ac:chgData name="Simranjit Singh" userId="2e0607b0-f894-409e-bc5e-dd11296ae8bf" providerId="ADAL" clId="{0BBB828D-E1E8-4FEA-83F4-7E7C40D3EFC5}" dt="2022-09-12T05:13:17.370" v="113" actId="478"/>
          <ac:grpSpMkLst>
            <pc:docMk/>
            <pc:sldMk cId="2208612486" sldId="258"/>
            <ac:grpSpMk id="17" creationId="{2B77B6C7-70AB-46D8-AD14-DE8C24700614}"/>
          </ac:grpSpMkLst>
        </pc:grpChg>
        <pc:inkChg chg="add mod">
          <ac:chgData name="Simranjit Singh" userId="2e0607b0-f894-409e-bc5e-dd11296ae8bf" providerId="ADAL" clId="{0BBB828D-E1E8-4FEA-83F4-7E7C40D3EFC5}" dt="2022-09-12T03:36:23.498" v="106"/>
          <ac:inkMkLst>
            <pc:docMk/>
            <pc:sldMk cId="2208612486" sldId="258"/>
            <ac:inkMk id="4" creationId="{9875349A-3347-4195-9335-F100F728C7F9}"/>
          </ac:inkMkLst>
        </pc:inkChg>
        <pc:inkChg chg="add mod">
          <ac:chgData name="Simranjit Singh" userId="2e0607b0-f894-409e-bc5e-dd11296ae8bf" providerId="ADAL" clId="{0BBB828D-E1E8-4FEA-83F4-7E7C40D3EFC5}" dt="2022-09-12T03:36:23.498" v="106"/>
          <ac:inkMkLst>
            <pc:docMk/>
            <pc:sldMk cId="2208612486" sldId="258"/>
            <ac:inkMk id="6" creationId="{83C1A7D5-5BDF-4C20-91AA-4CDF8CDE0EBF}"/>
          </ac:inkMkLst>
        </pc:inkChg>
        <pc:inkChg chg="add mod">
          <ac:chgData name="Simranjit Singh" userId="2e0607b0-f894-409e-bc5e-dd11296ae8bf" providerId="ADAL" clId="{0BBB828D-E1E8-4FEA-83F4-7E7C40D3EFC5}" dt="2022-09-12T03:36:23.498" v="106"/>
          <ac:inkMkLst>
            <pc:docMk/>
            <pc:sldMk cId="2208612486" sldId="258"/>
            <ac:inkMk id="8" creationId="{3E4DE334-26DB-4BBE-B892-DC9B70075280}"/>
          </ac:inkMkLst>
        </pc:inkChg>
        <pc:inkChg chg="add mod">
          <ac:chgData name="Simranjit Singh" userId="2e0607b0-f894-409e-bc5e-dd11296ae8bf" providerId="ADAL" clId="{0BBB828D-E1E8-4FEA-83F4-7E7C40D3EFC5}" dt="2022-09-12T03:36:23.498" v="106"/>
          <ac:inkMkLst>
            <pc:docMk/>
            <pc:sldMk cId="2208612486" sldId="258"/>
            <ac:inkMk id="10" creationId="{EE10E76A-3825-4250-AF34-54ED69AD597D}"/>
          </ac:inkMkLst>
        </pc:inkChg>
        <pc:inkChg chg="add mod">
          <ac:chgData name="Simranjit Singh" userId="2e0607b0-f894-409e-bc5e-dd11296ae8bf" providerId="ADAL" clId="{0BBB828D-E1E8-4FEA-83F4-7E7C40D3EFC5}" dt="2022-09-12T03:36:23.498" v="106"/>
          <ac:inkMkLst>
            <pc:docMk/>
            <pc:sldMk cId="2208612486" sldId="258"/>
            <ac:inkMk id="11" creationId="{CD60B3E5-5C99-40AC-A3F6-70C826DF97A2}"/>
          </ac:inkMkLst>
        </pc:inkChg>
        <pc:inkChg chg="add mod">
          <ac:chgData name="Simranjit Singh" userId="2e0607b0-f894-409e-bc5e-dd11296ae8bf" providerId="ADAL" clId="{0BBB828D-E1E8-4FEA-83F4-7E7C40D3EFC5}" dt="2022-09-12T03:36:23.498" v="106"/>
          <ac:inkMkLst>
            <pc:docMk/>
            <pc:sldMk cId="2208612486" sldId="258"/>
            <ac:inkMk id="12" creationId="{18E0141C-BF03-474B-8746-425547E6FD5C}"/>
          </ac:inkMkLst>
        </pc:inkChg>
        <pc:inkChg chg="add mod">
          <ac:chgData name="Simranjit Singh" userId="2e0607b0-f894-409e-bc5e-dd11296ae8bf" providerId="ADAL" clId="{0BBB828D-E1E8-4FEA-83F4-7E7C40D3EFC5}" dt="2022-09-12T03:36:23.498" v="106"/>
          <ac:inkMkLst>
            <pc:docMk/>
            <pc:sldMk cId="2208612486" sldId="258"/>
            <ac:inkMk id="13" creationId="{FEFDE407-0292-499A-B9A6-FDCEF9B683E8}"/>
          </ac:inkMkLst>
        </pc:inkChg>
        <pc:inkChg chg="add mod">
          <ac:chgData name="Simranjit Singh" userId="2e0607b0-f894-409e-bc5e-dd11296ae8bf" providerId="ADAL" clId="{0BBB828D-E1E8-4FEA-83F4-7E7C40D3EFC5}" dt="2022-09-12T03:36:23.498" v="106"/>
          <ac:inkMkLst>
            <pc:docMk/>
            <pc:sldMk cId="2208612486" sldId="258"/>
            <ac:inkMk id="14" creationId="{91B7DC4F-4645-4FEB-B3AB-BF9F672BAA5D}"/>
          </ac:inkMkLst>
        </pc:inkChg>
        <pc:inkChg chg="add mod">
          <ac:chgData name="Simranjit Singh" userId="2e0607b0-f894-409e-bc5e-dd11296ae8bf" providerId="ADAL" clId="{0BBB828D-E1E8-4FEA-83F4-7E7C40D3EFC5}" dt="2022-09-12T03:36:23.498" v="106"/>
          <ac:inkMkLst>
            <pc:docMk/>
            <pc:sldMk cId="2208612486" sldId="258"/>
            <ac:inkMk id="15" creationId="{582FA702-9CBB-4031-BA31-B8F6AD4042E7}"/>
          </ac:inkMkLst>
        </pc:inkChg>
        <pc:inkChg chg="add mod">
          <ac:chgData name="Simranjit Singh" userId="2e0607b0-f894-409e-bc5e-dd11296ae8bf" providerId="ADAL" clId="{0BBB828D-E1E8-4FEA-83F4-7E7C40D3EFC5}" dt="2022-09-12T03:36:23.498" v="106"/>
          <ac:inkMkLst>
            <pc:docMk/>
            <pc:sldMk cId="2208612486" sldId="258"/>
            <ac:inkMk id="16" creationId="{B7B0901B-2A3F-4521-AAA6-4ADA400B65FA}"/>
          </ac:inkMkLst>
        </pc:inkChg>
      </pc:sldChg>
      <pc:sldChg chg="addSp modSp mod">
        <pc:chgData name="Simranjit Singh" userId="2e0607b0-f894-409e-bc5e-dd11296ae8bf" providerId="ADAL" clId="{0BBB828D-E1E8-4FEA-83F4-7E7C40D3EFC5}" dt="2022-09-12T03:41:47.278" v="110"/>
        <pc:sldMkLst>
          <pc:docMk/>
          <pc:sldMk cId="2599376216" sldId="262"/>
        </pc:sldMkLst>
        <pc:grpChg chg="mod">
          <ac:chgData name="Simranjit Singh" userId="2e0607b0-f894-409e-bc5e-dd11296ae8bf" providerId="ADAL" clId="{0BBB828D-E1E8-4FEA-83F4-7E7C40D3EFC5}" dt="2022-09-12T03:41:47.278" v="110"/>
          <ac:grpSpMkLst>
            <pc:docMk/>
            <pc:sldMk cId="2599376216" sldId="262"/>
            <ac:grpSpMk id="7" creationId="{4C1EC43B-16DF-481E-8224-5481469FC83C}"/>
          </ac:grpSpMkLst>
        </pc:grpChg>
        <pc:inkChg chg="add mod">
          <ac:chgData name="Simranjit Singh" userId="2e0607b0-f894-409e-bc5e-dd11296ae8bf" providerId="ADAL" clId="{0BBB828D-E1E8-4FEA-83F4-7E7C40D3EFC5}" dt="2022-09-12T03:41:47.278" v="110"/>
          <ac:inkMkLst>
            <pc:docMk/>
            <pc:sldMk cId="2599376216" sldId="262"/>
            <ac:inkMk id="4" creationId="{81B5DE04-21B9-4D94-B296-E42F3A1A924A}"/>
          </ac:inkMkLst>
        </pc:inkChg>
        <pc:inkChg chg="add mod">
          <ac:chgData name="Simranjit Singh" userId="2e0607b0-f894-409e-bc5e-dd11296ae8bf" providerId="ADAL" clId="{0BBB828D-E1E8-4FEA-83F4-7E7C40D3EFC5}" dt="2022-09-12T03:41:47.278" v="110"/>
          <ac:inkMkLst>
            <pc:docMk/>
            <pc:sldMk cId="2599376216" sldId="262"/>
            <ac:inkMk id="5" creationId="{2F1BCB16-047A-4F40-9FB6-52712345271B}"/>
          </ac:inkMkLst>
        </pc:inkChg>
        <pc:inkChg chg="add">
          <ac:chgData name="Simranjit Singh" userId="2e0607b0-f894-409e-bc5e-dd11296ae8bf" providerId="ADAL" clId="{0BBB828D-E1E8-4FEA-83F4-7E7C40D3EFC5}" dt="2022-09-12T03:41:46.672" v="109" actId="9405"/>
          <ac:inkMkLst>
            <pc:docMk/>
            <pc:sldMk cId="2599376216" sldId="262"/>
            <ac:inkMk id="6" creationId="{E37ABE96-47AF-4096-BD75-77B2C8D57BCE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2T03:41:45.81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1 9378,'0'0'4448,"-12"0"-4600,18 4-3128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2T03:41:46.17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70 9394,'0'0'6753,"29"-42"-6753,-6 28-1304,-5 5-1673,-1 4-5097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12T03:41:46.67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0 7177,'0'0'1104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106.34304" units="1/cm"/>
          <inkml:channelProperty channel="Y" name="resolution" value="68.96552" units="1/cm"/>
          <inkml:channelProperty channel="T" name="resolution" value="1" units="1/dev"/>
        </inkml:channelProperties>
      </inkml:inkSource>
      <inkml:timestamp xml:id="ts0" timeString="2024-09-04T06:41:29.38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12129 5927 0,'-49'-24'110,"49"48"-17,0 25-93,0-24 16,0 24 0,0 25-1,-25-1 1,25-23 15,0-26-15,50-24 93,-1 0-93,1 0-1,-25 0-15,0 0 16,74 0 15,-74-49-31</inkml:trace>
  <inkml:trace contextRef="#ctx0" brushRef="#br0" timeOffset="691.41">12750 6074 0,'0'0'15,"24"0"63,26 0-78,24 0 16,1 0-16,74 0 16,-125 0-16</inkml:trace>
  <inkml:trace contextRef="#ctx0" brushRef="#br0" timeOffset="908.33">12973 6149 0,'0'0'0,"0"23"16,25-23 0,24 0-1,1 0 1,-25 0-16,49 0 15,-49 0-15</inkml:trace>
  <inkml:trace contextRef="#ctx0" brushRef="#br0" timeOffset="3074.65">13891 5854 0,'0'-50'16,"-25"50"109,25 25 78,-25-25-203,25 49 16,0-24-1,0-1 1,0 25 0,25-24 30,24-25-30,-24 0-16,-25 25 16,0 23-1,0 2 1,0-2 0,-49-23-1,24 25 1,25-26-1,0 0 32,49-24-31,-49 50 0,0-26-1,0 1 1,0-1-1,0 25 1,25-24 0,0-25 15</inkml:trace>
  <inkml:trace contextRef="#ctx0" brushRef="#br0" timeOffset="4599.79">14337 6099 0,'0'-25'16,"0"1"15,0-25 32,-25 49-48,-24 0 1,24 0 0,0 0-1,-25 25 1,26 23-1,24-23 1,0 48 0,0 2-1,74-51-15,0-24 47,-24 0-31,0 0-1,-50-49 1,25-24 0,-25 48-16,0 0 31,0 50 31,0 0-62,49-25 16,-49 48 0,25 26-1,25-25-15,-50-24 16,24-25-16</inkml:trace>
  <inkml:trace contextRef="#ctx0" brushRef="#br0" timeOffset="5266.7">14759 6124 0,'0'0'0,"0"-50"31,-50 26 47,25 24-47,1 0 1,24 49-17,0 1 1,0 23-1,49-48 1,1-25 0,-1 0-1,-24 0 17,25-50-17,-50 25 1,0 50 46,0 25-46,0-2 0,25-48-1,-25 74-15,0-49 16</inkml:trace>
  <inkml:trace contextRef="#ctx0" brushRef="#br0" timeOffset="5618.22">15180 6320 0,'0'49'62,"-24"-49"-62,24 25 32,0-1-17</inkml:trace>
  <inkml:trace contextRef="#ctx0" brushRef="#br0" timeOffset="8853.33">15751 6149 0,'0'-25'62,"0"0"-15,-25 25-31,0 0 15,1 0-15,-1 0-1,-25 0 1,25 25-1,25 23 1,-24 2 31,24-1-31,49 0-16,26-49 15,-26 0 1,1 0-1,-50-25 1,49-48 0,-24 48-1,-25 0-15,0-23 16,0 96 78,0-23-94,0 0 15,0 0-15,25 48 16,-25-48 0,50 48-1</inkml:trace>
  <inkml:trace contextRef="#ctx0" brushRef="#br0" timeOffset="9522.68">16197 5854 0,'0'24'32,"0"50"-32,0 48 31,0 1-15,0-49-1,0-25 1,50-49 15,-50-25-15,25-23-1,0 48-15,24-25 16,-24 25 0,0 0-1,-25 49 16,0 0-31,0 0 16,-25-24 15,-99-25-15,74 0 0,26 0 15,24-49 0</inkml:trace>
  <inkml:trace contextRef="#ctx0" brushRef="#br0" timeOffset="9857.73">16694 6222 0,'0'25'46,"0"-1"-30,0 25 0,0-24-16,0 48 15,0-24 1,0-24 0</inkml:trace>
  <inkml:trace contextRef="#ctx0" brushRef="#br0" timeOffset="10608.76">17016 5878 0,'0'-24'32,"0"48"-17,0 1-15,0 98 16,0-75 15,0 2-31,0-25 16,0-2-1,25-23 32,-25-48-31,49 48-16,-24-25 15,25 25 1,-1 0 0,-24 0-1,-25 73 1,0-23 0,0-25 15,-49-1-16,-1-24 1,0 0 0,26 0-1,-1 0 1,25-24 15</inkml:trace>
  <inkml:trace contextRef="#ctx0" brushRef="#br0" timeOffset="11658.74">17462 5878 0,'0'-24'0,"0"73"62,0 0-46,0 0-16,0 24 15,0 2 1,0-52 0,25-23 30,-25-48-14,25 48-32,-25-50 15,25 50-15,49-24 16,-24 24 0,0 0-1,-26 49 1,-24 1-1,0 23 1,0-48 0,-49-1-1,-26-24 1,51 0 0,-1 0 15,25-24-16</inkml:trace>
  <inkml:trace contextRef="#ctx0" brushRef="#br0" timeOffset="11959.31">18033 6149 0,'0'48'62,"0"2"-31,0 23-15,50-48 0</inkml:trace>
  <inkml:trace contextRef="#ctx0" brushRef="#br0" timeOffset="13246.55">18380 5927 0,'0'-49'16,"0"98"93,0-24-109,0-1 16,0 50-1,0 25 1,0-51 15,0-23-15,25-50 31,-25-23-32,50-27 1,-1 75-1,51 0 1,-51 0 0,-49 50-1,50-2 1,-50 2-16,0-25 16,-25 23-1,0 2 1,-24-50-1,-1 0 1,-25 0 0,75-25 15,-49 25-15,49-25-1</inkml:trace>
  <inkml:trace contextRef="#ctx0" brushRef="#br0" timeOffset="13915.64">19050 6050 0,'0'-24'16,"0"-1"31,-25 25-16,-24 0-15,24 0-1,25 49 1,-25 0 0,25 1-1,0-2-15,0 2 16,74-50 15,1 0-15,-26-25-1,-49-48 1,0 48 0,0 73 31,0-23-32,25 49 1,-25-50 15,25-24-31</inkml:trace>
  <inkml:trace contextRef="#ctx0" brushRef="#br0" timeOffset="14633.09">19422 5854 0,'25'0'110,"-25"24"-95,25-24 1,-25 49-16,0 0 31,0-24 1,0 0-17,0 23 1,0-23-1,49-25 1,-49 25 0,0 23-1,0-23 1,-25-25 0,25 25-1,0 24 1,0 0-1,25-49-15,-25 25 16,25-1 0,-25 25-1,0-24 1,0-1 15,0 1-15,0 24-1</inkml:trace>
  <inkml:trace contextRef="#ctx0" brushRef="#br0" timeOffset="18642.34">12105 7131 0,'0'0'0,"0"25"110,0-2-95,0 27-15,0-1 0,0 0 16,0 0-1,0-24 1,0-74 62,0-1-78,-50-23 16,50 0-16,0-50 15,0 0 1,0 49 0,74 24-1,-49 2 1,0 48 0,25 25-1,-25 48 1,-25 25 15,0-73-31,0-1 0,0 26 16,-75-2-1,25-48 1,1 0 0,74-24 30,24 24-30,1 0-16,-25 24 16,24 26-1,-24 23 1,25-23 0,24 72-1,1-97 1,-26 24-1</inkml:trace>
  <inkml:trace contextRef="#ctx0" brushRef="#br0" timeOffset="18891.07">12700 7204 0</inkml:trace>
  <inkml:trace contextRef="#ctx0" brushRef="#br0" timeOffset="19559.25">13345 6910 0,'-50'0'31,"26"0"1,-1 0-32,25 24 0,-100-24 31,51 0-16,24 0 1,25 25 93,0 24-109,0 24 32,0-23-17,0-2-15,0-23 16,0 25-16,0 48 16,0-49-1,0 0 1,25-49-1,49 0 1,-24-49 0,0-25-1</inkml:trace>
  <inkml:trace contextRef="#ctx0" brushRef="#br0" timeOffset="19762.04">13196 7156 0,'50'0'47,"-25"0"-31,-1 0-16,26 0 0</inkml:trace>
  <inkml:trace contextRef="#ctx0" brushRef="#br0" timeOffset="20493.04">13767 7106 0,'24'0'31,"51"0"-15,-1 0 0,-24 0-1,-25 0-15</inkml:trace>
  <inkml:trace contextRef="#ctx0" brushRef="#br0" timeOffset="20677.96">13866 7302 0,'0'50'31,"25"-50"0,49 0-15,0-25-1</inkml:trace>
  <inkml:trace contextRef="#ctx0" brushRef="#br0" timeOffset="21080.2">13519 7376 0,'24'0'63,"1"0"-48</inkml:trace>
  <inkml:trace contextRef="#ctx0" brushRef="#br0" timeOffset="27246.62">15180 7008 0,'-24'0'359,"-1"0"-312,25-25-15,-50 25-17,25 0 1,1 0-1,-26 0 17,25 0 15,0 0-32,25 25 1,0 24-16,0 0 31,0 24-15,0-48-1,100-25 1,-51 0 0,-24 0-1,25 0 1,-50-25-1,0-23 1,0 23-16,0 0 16,0 1-1,-25-25 17,25 74 14,0 23-30,25-48 0,-25 75-16,0-27 15,24 2 1,1-26 15</inkml:trace>
  <inkml:trace contextRef="#ctx0" brushRef="#br0" timeOffset="28080.51">15528 7106 0,'0'-25'31,"0"1"-31,0 0 31,0-26-15,-50 50 15,50-24-31,-25 24 16,1 0-1,-26 0 1,50 49 0,0 24-1,25-48 1,24 73 15,1-98-31,0 0 16,-26 0-1,-24-73 17,50 73-32,-50-50 15,0 26 1,25 73 46,-25 1-46,25-50-16,-25 23 16,74 2-1,-49-25-15</inkml:trace>
  <inkml:trace contextRef="#ctx0" brushRef="#br0" timeOffset="28312.52">15974 7106 0,'75'0'47,"-51"0"-47,1 0 15,50 0 1,-1 0 0,-24-25-1</inkml:trace>
  <inkml:trace contextRef="#ctx0" brushRef="#br0" timeOffset="28596.66">16173 6934 0,'0'25'47,"0"24"-47,24-49 15,-24 73 1,0-48-16,0 25 16,25-2-1,-25 2 1,50-50 0</inkml:trace>
  <inkml:trace contextRef="#ctx0" brushRef="#br0" timeOffset="31056.78">16842 7033 0,'0'-50'32,"0"26"14,-49 24-30,-1 0 15,25 0-31,1 0 32,-26 0-17,25 49 16,25-24-31,0-1 0,0 50 32,0-26-32,75-48 31,-26 0-15,-24 0-16,0-23 15,-25-76 1,0 75-1,0-1 32,49 74 0,-49 0-47,0-24 0,0 48 31,25-48-15,25 0 0</inkml:trace>
  <inkml:trace contextRef="#ctx0" brushRef="#br0" timeOffset="31720.81">17016 6910 0,'0'-49'16,"0"73"31,0 1-31,0 24-16,0 25 15,25-26 1,-25-23-1,49-25 32,-49-49-31,25 49-16,0-49 16,25 49-1,24 0 1,-49 49 31,24 0-47,-49 1 15,0 23 1,-49-48 15,-1-25-15,1 0-1,-1 0-15,-24 0 16,49 0 0,25-50-1,0 25 17</inkml:trace>
  <inkml:trace contextRef="#ctx0" brushRef="#br0" timeOffset="32229.57">17661 7106 0,'25'0'94,"24"0"-78,1-25-1,124 25 1,-125 0 0,1-24-1</inkml:trace>
  <inkml:trace contextRef="#ctx0" brushRef="#br0" timeOffset="32506.12">17859 6910 0,'0'49'47,"0"-25"-32,0 26-15,0 23 32,0 0-17,25-23 1</inkml:trace>
  <inkml:trace contextRef="#ctx0" brushRef="#br0" timeOffset="33693.25">18529 6811 0,'0'-25'15,"0"75"48,0-1-63,0-24 16,0 24-16,25 25 15,0-50 1,-25 25-1,25-49 32,-25-25-31,49 25-16,-24-48 16,49 23-1,-24 25 1,-25 0-1,24 25 1,-49 23 0,-24 2-1,-26 23 1,-24-48 0,-26-25-1,51 0 1,49-25-1,0-23 1,0-2 15</inkml:trace>
  <inkml:trace contextRef="#ctx0" brushRef="#br0" timeOffset="34278.07">19124 6934 0,'0'-24'15,"0"-1"17,-49 25 15,24 0-32,0 0 1,25 49-16,-25 25 15,25-25 1,0 0 0,50-49-1,0 0 1,-1 0 0,1-73-1,-50 23 1,25 50-16,-25 25 78,0 0-78,0-1 16,0 0-16,0 51 15,0-27 1,24-23-1</inkml:trace>
  <inkml:trace contextRef="#ctx0" brushRef="#br0" timeOffset="34662.82">19596 7033 0,'49'0'47,"-24"0"-47,74 0 16,-49 0-1,49 0 1,-74 0 15,0 0-31,-25-50 0</inkml:trace>
  <inkml:trace contextRef="#ctx0" brushRef="#br0" timeOffset="34947.87">19794 6861 0,'0'24'31,"0"1"-15,0-1-1,0 75 1,0-26 0,25-23-1</inkml:trace>
  <inkml:trace contextRef="#ctx0" brushRef="#br0" timeOffset="35998.11">20290 6663 0,'0'0'0,"-25"0"31,25 25 0,0 50-15,0 47-1,0-24 1,0-24 0,0-50-1,25-48 32,-25-25-47,75 49 16,-26-25-1,-24 25 1,25 0-16,-26 0 31,-24 25-15,0 24-1,0 0 1,-49-24 0,-26-25-1,51 0 1,-26 0 0,50-74-1</inkml:trace>
  <inkml:trace contextRef="#ctx0" brushRef="#br0" timeOffset="36552.78">20762 6663 0,'0'25'47,"0"25"-47,0 73 16,0-50-1,0 1 1,0-49 0,24-25 31,-24-50-32,50 50 1,0-49-1,24 49 1,-49 0 0,-25 49-1,0 25 1,0-50 0,-124-24-1,74 0 1,1 0-1,49-48 32</inkml:trace>
  <inkml:trace contextRef="#ctx0" brushRef="#br0" timeOffset="39019.78">14015 8088 0,'24'0'47,"26"0"-47,24 0 16,-24 0-1,0 0 1</inkml:trace>
  <inkml:trace contextRef="#ctx0" brushRef="#br0" timeOffset="39353.61">13891 8236 0,'24'0'15,"1"49"1,0-49 15,99 0-15,25 0-16,-25 0 16</inkml:trace>
  <inkml:trace contextRef="#ctx0" brushRef="#br0" timeOffset="41092.51">15453 8015 0,'-24'0'31,"24"-25"16,-25 25-31,25-49-16,-25 49 15,0 0 17,-25 0-17,26 25 1,-1 73 0,25-24-1,0-49-15,49-2 16,1-23-1,0 0 1,-1-23 0,-24-27-1,-25 25 17,0 50 46,50 25-78,-50-27 15,0 52-15,25-51 16,-1 0 0</inkml:trace>
  <inkml:trace contextRef="#ctx0" brushRef="#br0" timeOffset="41640.55">16123 7843 0,'-25'0'62,"25"25"-46,-25 23-16,1 51 15,24 97 1,0-73 0,74-25-1,50-24 1,-74-74-1</inkml:trace>
  <inkml:trace contextRef="#ctx0" brushRef="#br0" timeOffset="42667.35">16619 8138 0,'0'0'16,"0"-50"30,-25 26-14,1 24-17,-1 0 1,0 0 0,-25 0-1,26 49 1,24 1-16,0-27 15,24 2 17,-24 25-32,100-2 15,-26-48 1,-24 0 0,-26 0-1,-24-73 1,0 23-1,0 75 48,0 0-63,0 0 16,0 23-1,50 2 1,-50-1-1,25-49 1</inkml:trace>
  <inkml:trace contextRef="#ctx0" brushRef="#br0" timeOffset="42953.38">16966 8236 0,'25'0'31,"25"0"-16,-1 0-15,1 0 0,49 0 16,25-50 15,-99 50-15</inkml:trace>
  <inkml:trace contextRef="#ctx0" brushRef="#br0" timeOffset="43211.96">17140 8015 0,'0'49'31,"0"-25"-16,0 26 1,0 23 0,0 1-1,25-25 1</inkml:trace>
  <inkml:trace contextRef="#ctx0" brushRef="#br0" timeOffset="43729.1">17487 7941 0,'0'49'46,"0"1"-30,0 48 0,0 0-1,0-49 1,0 0 0,25-49 15,25-25-16,-25 1 1,49 24 0,-49 0-16,24 0 15,1 0 1,-25 0 0,-25 49-1,-25 25 1,-25-50-1,-74-24 17,100 0-32,-26 0 15,50-49 17,0 0-32</inkml:trace>
  <inkml:trace contextRef="#ctx0" brushRef="#br0" timeOffset="44045.32">17785 7966 0,'25'0'16,"49"0"-1,1 49 1,-1 74 0,-49-75-16,-25 51 15,49-1 1,-49-49-1,0 0 1,-49-49 0</inkml:trace>
  <inkml:trace contextRef="#ctx0" brushRef="#br0" timeOffset="45085.34">18430 8088 0,'-50'0'31,"25"0"-15,1 0-1,73 0 48,26 0-48,74 0 1,-1 0 0,1 0 15</inkml:trace>
  <inkml:trace contextRef="#ctx0" brushRef="#br0" timeOffset="45432.68">18678 7916 0,'0'25'47,"0"24"-31,0 1-16,0 48 31,0 0-16,0-49 1,0 0 0,25-49-16</inkml:trace>
  <inkml:trace contextRef="#ctx0" brushRef="#br0" timeOffset="47253.31">19199 7695 0,'0'0'0,"49"50"62,-49-25-62,0 23 16,0 2 0,0 48-1,0-49 1,25-49 62,0 0-62,-25-25-1,124 25 1,-99 0-16,24 0 16,-49 50 15,0 23-31,-24-23 31,-26-27-15,0-23-16,-24 0 15,49 0 1,25-23 0,0-27-1</inkml:trace>
  <inkml:trace contextRef="#ctx0" brushRef="#br0" timeOffset="48477.56">19869 7597 0,'-25'25'94,"25"0"-94,-25-1 31,-25 197-15,50-73-1,0-25 1,25-50 0,50-24-1</inkml:trace>
  <inkml:trace contextRef="#ctx0" brushRef="#br0" timeOffset="50965.93">20315 7868 0,'25'0'15,"-25"-50"32,-25 50 0,-25 0-31,26 0-1,-1 0 1,-25 0-1,50 25 1,-25 24 15,25 0-31,0 0 16,0 1 0,0-26-1,50-24 1,0 0-1,49-98 1,-99 73 0,0 0-1,0 1 17,0 48 14,0 1-30,0 24 0,25 1-1,-1 23 1,-24-48 0</inkml:trace>
  <inkml:trace contextRef="#ctx0" brushRef="#br0" timeOffset="51264.42">20588 7916 0,'25'0'31,"49"0"-15,50 0 0,75 0-1,-125 0 1</inkml:trace>
  <inkml:trace contextRef="#ctx0" brushRef="#br0" timeOffset="51563.64">20910 7770 0,'0'23'47,"0"2"-47,0 25 16,0 48-1,0-74-15,25 50 16,0-50 0</inkml:trace>
  <inkml:trace contextRef="#ctx0" brushRef="#br0" timeOffset="52669.66">21357 7622 0,'0'0'0,"0"25"438,0-1-438,0 0 16,0 51-1,0-27 1,0 26-1,0-50 17,49-72 46,-49-2-63,25 25 1,0 25-16,25-23 16,-1 23-1,1 0 1,-25 0 0,-25 23-1,0 76 1,0-75-1,0 26 1,-50-1 0,0-49-1,-49 0 17,74-25-17,25 1 1,0-1-1</inkml:trace>
  <inkml:trace contextRef="#ctx0" brushRef="#br0" timeOffset="53172.7">21878 7474 0,'0'0'0,"25"0"15,24 25 1,1 0-16,-25 23 0,49 100 31,-24 0-15,-50-1-16,-25-49 15,-50 0 1,26-73 0</inkml:trace>
  <inkml:trace contextRef="#ctx0" brushRef="#br0" timeOffset="56816.74">14213 9095 0,'25'0'47,"-25"25"-47,49-25 15,26 0 1,24 0 0,-49 0-16</inkml:trace>
  <inkml:trace contextRef="#ctx0" brushRef="#br0" timeOffset="57116.78">14238 9292 0,'0'0'0,"49"0"47,-24 0-31,25 0-16,24 0 31,100 0-15,-75 0-16</inkml:trace>
  <inkml:trace contextRef="#ctx0" brushRef="#br0" timeOffset="59637.95">15850 8825 0,'0'-48'16,"0"96"77,0-23-77,-49 24 0,24 74-1,25 25 1,0-100-16,0 50 16,25 1-1,49-75 1,-24 26-16</inkml:trace>
  <inkml:trace contextRef="#ctx0" brushRef="#br0" timeOffset="60407.25">16321 9071 0,'0'-24'47,"-49"24"-31,49-25-1,-25 25 1,0 0 0,0 0-1,-24 0 1,24 49 15,25 0-31,0 1 16,0-2-1,25 2 1,49-50-16,1 0 31,-75-25-15,49 0-1,-49 0 17,0 50 15,25-25-32,-25 50 1,25-2-1,25 26 1,-26-49-16</inkml:trace>
  <inkml:trace contextRef="#ctx0" brushRef="#br0" timeOffset="60685.87">16644 9218 0,'50'0'31,"-1"0"-15,50 0-16,1 0 31,-26 0-15</inkml:trace>
  <inkml:trace contextRef="#ctx0" brushRef="#br0" timeOffset="60971.23">16842 9047 0,'0'-25'0,"0"50"47,0-1-32,0 25 1,0-24-16,0 48 0,50-48 16,-50 24 15,50 0-31</inkml:trace>
  <inkml:trace contextRef="#ctx0" brushRef="#br0" timeOffset="61509.57">17239 8948 0,'0'0'0,"0"25"47,0 49-31,0 24-1,25-25 1,-25-23-16,0-2 16,25-72 62,24-50-63,1 49-15,0 25 16,-1 0 0,1 0 15,-50 25-16,0 25 1,0-2-16,-75-23 16,26-25-1,-1 0 1,25 0 15,25-25 0,0-23-31</inkml:trace>
  <inkml:trace contextRef="#ctx0" brushRef="#br0" timeOffset="61858.07">17661 8875 0,'25'0'15,"49"0"1,-24 48-1,49 100 1,-74-1 0,-25-97-1,0-2-15,0 75 16,0-73 0,-50-50-1</inkml:trace>
  <inkml:trace contextRef="#ctx0" brushRef="#br0" timeOffset="62988.23">18455 8727 0,'0'25'94,"-50"23"-94,50-23 15,-50 25-15,50 72 32,-49 26-17,49-100-15,25 27 16,49-27 0,0-23-16</inkml:trace>
  <inkml:trace contextRef="#ctx0" brushRef="#br0" timeOffset="64548.71">18852 8973 0,'0'-50'16,"0"26"468,-50 24-453,25 0-15,0 0 15,-24 0 0,24 0-31,25 49 16,-25 0 15,25 49-15,0-73 0,99 73-1,-49-98 1,0 0-1,-26 0 1,26-98 0,-50 73-1,0-23 1,-25-2 0,25 75 46,0 0-31,0 23-31,0 2 16,0-2 0,25-48-1,-25 50 1,0-1-1,25-25 1,0-24-16</inkml:trace>
  <inkml:trace contextRef="#ctx0" brushRef="#br0" timeOffset="64896.65">19149 9120 0,'50'0'110,"-25"0"-95,49 0 1,0 0-1</inkml:trace>
  <inkml:trace contextRef="#ctx0" brushRef="#br0" timeOffset="65250.42">19273 8973 0,'0'-25'31,"0"99"16,0-49-31,0-1-16,0 25 15,0 1 1,0-2 0,0-23-1</inkml:trace>
  <inkml:trace contextRef="#ctx0" brushRef="#br0" timeOffset="65967.64">19621 8850 0,'0'25'79,"0"-1"-79,0 25 31,0 25-16,0-1 1,0-48 0,49-25 46,1-49-62,-25 49 16,-1 0 31,-24 24-32,0 1 1,0 0 0,0 0-1,-24-25 1,24 48-1,-75-48 1,26 0 0,24-25-1,25-23 1</inkml:trace>
  <inkml:trace contextRef="#ctx0" brushRef="#br0" timeOffset="66337.66">19918 8727 0,'25'0'31,"74"50"-15,-24 72-1,-51-24 1,26 0-1,-50-48 1,0 23 0,-25-48-16,-49 24 31,49-49-31</inkml:trace>
  <inkml:trace contextRef="#ctx0" brushRef="#br0" timeOffset="67820.67">20737 8973 0,'25'0'63,"24"0"-63,1 0 15,74 0-15,-25 0 32,-25 0-17,-24 0-15</inkml:trace>
  <inkml:trace contextRef="#ctx0" brushRef="#br0" timeOffset="68105.67">20811 9193 0,'0'0'0,"25"0"16,0 0-1,24 0 1,-24 0 0,74-23-16,1 23 31,-51 0-31</inkml:trace>
  <inkml:trace contextRef="#ctx0" brushRef="#br0" timeOffset="69776.7">22051 8604 0,'0'0'0,"-24"50"110,24-2-95,-50 2-15,-24 97 16,74 1 0,0-25-1,0-75-15,49 26 16,75-25-1,-99-49 1</inkml:trace>
  <inkml:trace contextRef="#ctx0" brushRef="#br0" timeOffset="70510.22">22473 8825 0,'0'-25'16,"0"2"-16,-50 23 31,1 0-15,24 0 0,-25 23-1,1 52 1,24 23-1,25-49 1,0-24 0,99-25-1,-24 0 1,-26 0 0,-49-74-1,0 24 1,0 75 46,25-25-62,-25 49 16,0 1 0,50-2-1,-50 2 1,24-50-16</inkml:trace>
  <inkml:trace contextRef="#ctx0" brushRef="#br0" timeOffset="70795.69">22796 8923 0,'24'0'47,"51"0"-31,24 0-1,-49 0 1,-1 0-16</inkml:trace>
  <inkml:trace contextRef="#ctx0" brushRef="#br0" timeOffset="71082.42">22920 8678 0,'-25'0'47,"25"49"-47,0 49 15,0-48 1,0 23 0,0 1-1,25-49 1</inkml:trace>
  <inkml:trace contextRef="#ctx0" brushRef="#br0" timeOffset="71630.66">23267 8629 0,'0'25'31,"0"23"-31,0 75 32,0-49-17,0-50 1,0 26-1,0-75 32,49 0-47,26-23 16,-1 48 0,-49 0-1,25 24 1,-50 74-1,-25-24 1,-25-25 0,-24-49-1,24 0 1,1 0 0,49-49 30</inkml:trace>
  <inkml:trace contextRef="#ctx0" brushRef="#br0" timeOffset="71983.25">23862 8481 0,'0'0'0,"50"0"16,-1 25-1,51 49 1,-76 98 0,-24-49-1,-24-75 1,-51 2 0,50-1-16</inkml:trace>
  <inkml:trace contextRef="#ctx0" brushRef="#br0" timeOffset="72653.48">24234 8236 0,'0'-25'93,"0"0"-77,50 25 0,-1 0-16,-24 0 15,25 0 1,-1 50 0,-49 73-1,-74-50 1,0-24-1,49-49 17,50 0-1,24 0-15,-24 0-1,0 0-15,49 0 16,-24 0-1</inkml:trace>
  <inkml:trace contextRef="#ctx0" brushRef="#br0" timeOffset="79817.92">12427 11871 0,'0'-25'15,"0"50"157,0 24-156,0 0-1,-49-24 1,24 122 0,-25 1-1,50-1 1,25-24-1,49 0 1,-49-99-16,74 25 16,1-24-1</inkml:trace>
  <inkml:trace contextRef="#ctx0" brushRef="#br0" timeOffset="80902.87">12849 12239 0,'0'-24'16,"0"0"31,-50 24-32,25 0 32,1 0-31,-1 0 0,-25 0-1,50 48 1,0 2-1,0-2 1,0 2 0,25-50-1,0 0-15,0 0 16,-1 0 0,26-50 15,-50 27 0,0-2-15,0 50 31,0 23-47,25-23 15,-25 48 1,49-23-1,-24-1-15</inkml:trace>
  <inkml:trace contextRef="#ctx0" brushRef="#br0" timeOffset="82174.78">9823 12314 0,'0'23'31,"24"2"-15,-24 98 0,0-25-1,50 1 1,-50-75 0,0 25-1,0-74 16,0-48-31,0-25 32,-25 24-32,25 1 15,0-100 1,0 100-16,25 48 16,49-49-1,-24 50 16,-25 24-31,-25 24 32,0 50-17,0 0 1,-25 0-16,-74-26 47,99-23-32,-25-25 1,25 50 0,0-26 15,50-24-15,24 0-1,100 74 1,-100-25-1,-24 24 1,-1 1-16</inkml:trace>
  <inkml:trace contextRef="#ctx0" brushRef="#br0" timeOffset="82459.32">10492 12460 0,'0'0'0</inkml:trace>
  <inkml:trace contextRef="#ctx0" brushRef="#br0" timeOffset="83092.11">10864 12141 0,'0'0'0,"-24"0"62,-26 25-31,25-25-15,-49 25-16,24-25 16,25 24 15,50-24 47,-25 24-47,0 26-31,0-2 16,50 51 0,-50-25-1,0-25 1,49-25-1,26-24 17,-1 0-17,1 0-15,-26-24 16,-49-25 0</inkml:trace>
  <inkml:trace contextRef="#ctx0" brushRef="#br0" timeOffset="83292.58">10864 12460 0,'-49'0'16,"49"-48"15,25 48-31,74 0 15,-50-25 1</inkml:trace>
  <inkml:trace contextRef="#ctx0" brushRef="#br0" timeOffset="83862.67">11286 12460 0,'0'-24'47,"25"24"-32</inkml:trace>
  <inkml:trace contextRef="#ctx0" brushRef="#br0" timeOffset="84294.7">11683 12215 0,'74'0'78,"-49"0"-78,74 0 16,25 0 0</inkml:trace>
  <inkml:trace contextRef="#ctx0" brushRef="#br0" timeOffset="84510.61">11832 12362 0,'0'0'16,"25"0"15,-1 0-31,26-25 16,49 25-1</inkml:trace>
  <inkml:trace contextRef="#ctx0" brushRef="#br0" timeOffset="87069.42">13171 12314 0,'0'23'32,"25"-23"108,0 0-140,0 0 16,49 0-16,1 0 15,49 0 1,-100 0 0</inkml:trace>
  <inkml:trace contextRef="#ctx0" brushRef="#br0" timeOffset="87750.33">13320 12116 0,'0'-24'16,"0"48"171,50-24-171,-50 50-16,0 23 15,0-23 1,0 23 0,25 1-1,-25-50 1</inkml:trace>
  <inkml:trace contextRef="#ctx0" brushRef="#br0" timeOffset="89265.72">13767 12018 0,'0'49'31,"0"0"-16,0 26 1,0-2 0,0-23-1,0-27 1,0 27 0,24-100 15,-24 27-16,100-52 1,-76 75 0,26 0 15,24 0-15,-49 98-1,-25-48 1,0 48-1,-49-73 1,24-25 0,-50 0-1,26 0 1,-1 0 0,25-74-1,25 50 1</inkml:trace>
  <inkml:trace contextRef="#ctx0" brushRef="#br0" timeOffset="89768.9">14188 11969 0,'50'0'31,"-25"0"-31,74 0 16,-25 98-1,-24 50 1,-50 97 0,-50-73-1,-24-74 1,24-73-16</inkml:trace>
  <inkml:trace contextRef="#ctx0" brushRef="#br0" timeOffset="90574.09">15032 11821 0,'-50'25'31,"50"25"-15,-25 48 0,-24 49-1,49 1 1,0-25-1,0-50 1,49 1 0,26-25-16,24-49 15</inkml:trace>
  <inkml:trace contextRef="#ctx0" brushRef="#br0" timeOffset="91354.84">15478 12191 0,'0'-25'15,"0"-25"1,0 26 15,-49 24 0,-1 0-15,0 0 0,1 0-1,-1 24 1,50 26-16,0-1 16,0 25-1,50-1 1,24-73 15,-24 0-15,24 0-1,-74-25 1,0-48 0,0 48-1,0 100 48,25-75-63,-25 73 15,25-24 1,24 25 0</inkml:trace>
  <inkml:trace contextRef="#ctx0" brushRef="#br0" timeOffset="91595.06">15701 12314 0,'25'0'31,"25"0"-15,49 0 0,0 0-1,-24 0 1,-51 0-16,-24-50 16</inkml:trace>
  <inkml:trace contextRef="#ctx0" brushRef="#br0" timeOffset="91843.09">15850 12141 0,'0'25'47,"0"24"-47,50 25 16,-50-49-16,25 97 15,24-48 1,-24-25 0</inkml:trace>
  <inkml:trace contextRef="#ctx0" brushRef="#br0" timeOffset="92344.59">16297 11944 0,'0'0'0,"24"0"15,-24 50 1,0 48 0,0 25-1,0-49 1,0-26 0,0-23-16,50-25 46,0-98-30,-25 73 0,-1 25-1,26 0 1,0 0 0,-1 0-1,-24 75 1,-25-2-1,-25-73-15,-49 25 16,-25-1 0,24-24-1,25 0 1,50-49 0</inkml:trace>
  <inkml:trace contextRef="#ctx0" brushRef="#br0" timeOffset="92644.61">16718 11846 0,'0'0'0,"25"0"0,99 0 16,25 98 0,-99-48-16,-1 48 15,-24 99 1,-25-99 0,0 25-1,-124-74 1</inkml:trace>
  <inkml:trace contextRef="#ctx0" brushRef="#br0" timeOffset="94016.19">18008 11723 0,'-74'0'46,"24"25"-30,1 73 0,49-48-16,-50-2 15,50 124 1,25 1 0,49-75-1,100 0 1</inkml:trace>
  <inkml:trace contextRef="#ctx0" brushRef="#br0" timeOffset="94687.08">18504 12018 0,'0'-24'0,"0"48"0,0-98 16,-25 74 0,1 0-1,-51 0 1,50 0-1,1 25-15,-51 49 16,75-25 0,-49 0-1,98 1 1,50-26 0,-24-24-1,-50 0 1,24-99-1,-49 50 1,25 74 47,-25 24-48,0 25 1,50-74-16,-50 74 15,49-49 1,26-25 0,-50 0-16</inkml:trace>
  <inkml:trace contextRef="#ctx0" brushRef="#br0" timeOffset="94904.36">18901 12092 0,'0'0'0,"25"0"16,25 0 0,123 0-16,-123 0 31,-1 0-16</inkml:trace>
  <inkml:trace contextRef="#ctx0" brushRef="#br0" timeOffset="95167.45">19050 11969 0,'25'25'47,"-25"-1"-15,25 74-17,24 1 1,-24 0-1,25-1 1,-26-98-16</inkml:trace>
  <inkml:trace contextRef="#ctx0" brushRef="#br0" timeOffset="95673.15">19546 11821 0,'0'25'31,"0"49"-15,0 0-1,0-50-15,0 50 16,0-50-1,0 26 1,25-50 15,49-50-15,-24 1 0,0 49-1,-1 0 1,1 0 15,-50 25-31,49-1 16,-49 26-1,0-1 1,-24 0 0,-100-49-1,49 0-15,50 0 31,25-25-15,0-23-16</inkml:trace>
  <inkml:trace contextRef="#ctx0" brushRef="#br0" timeOffset="95954.35">20216 11723 0,'99'0'32,"-25"75"-17,-49 23 1,50 24-1,-75 26 1,0-99 0,-75 0-1,50-49-15</inkml:trace>
  <inkml:trace contextRef="#ctx0" brushRef="#br0" timeOffset="96468.66">21158 11380 0,'0'49'31,"-24"0"-16,-51 25 1,50-1-16,-24-23 16,-26 23-1,26-23 1</inkml:trace>
  <inkml:trace contextRef="#ctx0" brushRef="#br0" timeOffset="96705.96">20811 11503 0,'0'0'0,"50"0"31,-1 49-16,51 0 1,-26 0 0,-24-24-1,-1-25 1,-24 0-16</inkml:trace>
  <inkml:trace contextRef="#ctx0" brushRef="#br0" timeOffset="96955.49">21134 11330 0,'0'0'0,"0"50"47,0 23-32,0 26 1,0-1 0,0-49-16,0 0 15,0 24 1</inkml:trace>
  <inkml:trace contextRef="#ctx0" brushRef="#br0" timeOffset="97191.43">20861 11723 0,'25'0'15,"-1"-48"1,76 48-1,-1 0 1,25-25 0,-75 25-16,1-25 15</inkml:trace>
  <inkml:trace contextRef="#ctx0" brushRef="#br0" timeOffset="98882.92">12204 13590 0,'50'0'47,"-1"25"-32,50-25-15,1 0 16,-51 0-16</inkml:trace>
  <inkml:trace contextRef="#ctx0" brushRef="#br0" timeOffset="99112.08">12105 13835 0,'0'0'16,"0"25"-16,24-25 31,150 0-15,74-25-16,-74 25 15</inkml:trace>
  <inkml:trace contextRef="#ctx0" brushRef="#br0" timeOffset="99776.93">13742 13321 0,'0'0'0,"-25"23"32,-25 76-17,26 48 1,24 0 0,0 1-1,0-99-15,24 50 16,100-75-1,-24 25 1</inkml:trace>
  <inkml:trace contextRef="#ctx0" brushRef="#br0" timeOffset="100446.57">14287 13689 0,'0'-25'31,"0"0"-15,-49 25-16,24-24 15,0 24 1,-24 0-1,24 0 1,0 0 0,25 49-1,0 0 1,0 25 0,0-49-1,50 23 1,24-48-1,0-25 1,-49-73 0,-25 25-1,0 48 1,0 50 31,0 0-32,50 48 1,-25 0 0,-25-48-16,25 0 15,24 24 1</inkml:trace>
  <inkml:trace contextRef="#ctx0" brushRef="#br0" timeOffset="100679.89">14610 13713 0,'50'0'31,"-26"0"-31,26 0 15,0 0-15,24 0 16,100 0 0,-125 0-1</inkml:trace>
  <inkml:trace contextRef="#ctx0" brushRef="#br0" timeOffset="100947.47">14883 13517 0,'0'24'47,"0"1"-47,0 73 16,0 25 15,49-50-15,-24-23-1,-25-26-15</inkml:trace>
  <inkml:trace contextRef="#ctx0" brushRef="#br0" timeOffset="101471.65">15156 13517 0,'0'0'16,"0"-25"15,24 74-15,-24 25-1,50 0 1,-50-50 0,0 25-16,25-49 47,24 0-16,26-49-16,-25 49 1,-1 0 0,1 0-1,-1 24 1,-49 51 0,-24-2-1,-26-48 1,0-25-1,-24 0 1,24 0 0,50-50 15</inkml:trace>
  <inkml:trace contextRef="#ctx0" brushRef="#br0" timeOffset="101782.79">15751 13296 0,'0'0'0,"25"0"16,24 0 0,26 73-1,-26 1-15,26 73 16,-26 0 0,-49-24-1,0-49 1,-49-50-1,24 26-15</inkml:trace>
  <inkml:trace contextRef="#ctx0" brushRef="#br0" timeOffset="103405.8">16222 13099 0,'-25'0'32,"25"-49"14,25 49-30,25 0-16,-25 0 16,74 0-1,-74 24 1,24 26-16,-49 48 16,-74 1-1,-1-26 1,1-48-1,99-25 32,0 0-31,24 0 0,75 0-1,-24 0 1,-26 48-1,0-23 1</inkml:trace>
  <inkml:trace contextRef="#ctx0" brushRef="#br0" timeOffset="104308.03">17413 13148 0,'0'0'16,"25"0"-1,-25-24 1,-25 48 15,-25 74-15,1 75 0,49-26 15,0-98-31,24 123 15,51-99 1,74-23 0,-75-50-16</inkml:trace>
  <inkml:trace contextRef="#ctx0" brushRef="#br0" timeOffset="104840.34">17909 13344 0,'-50'0'0,"1"0"16,-1 0-1,25 0 17,25 50-1,-24 23-16,24-48-15,0 24 16,0 0 0,99-49-1,-25 0 1,-49 0-16</inkml:trace>
  <inkml:trace contextRef="#ctx0" brushRef="#br0" timeOffset="105009.4">17959 13443 0,'0'0'0,"0"-49"16,0 98 31,0 25-32,24-50 1,-24 25 0,50 0-1,24 1 1</inkml:trace>
  <inkml:trace contextRef="#ctx0" brushRef="#br0" timeOffset="105241.38">18331 13443 0,'49'0'0,"1"0"16,49 0-1,0 0 1,25 0 0,-49 0 15</inkml:trace>
  <inkml:trace contextRef="#ctx0" brushRef="#br0" timeOffset="105476.7">18504 13198 0,'0'48'31,"0"27"-31,0 47 16,0-73-1,0 49 1,50-24 0</inkml:trace>
  <inkml:trace contextRef="#ctx0" brushRef="#br0" timeOffset="105974.83">19025 13025 0,'0'0'16,"25"74"15,-25-25-31,0 99 16,0-25-1,0-50 1,0-24 15,50-73 16,-1-26-31,1 26-1,24 24-15,-49 0 16,0 0 0,24 74-1,-49-25 1,-24 24-1,-125-48 1,50-25 0,74 0-1,25-49 17</inkml:trace>
  <inkml:trace contextRef="#ctx0" brushRef="#br0" timeOffset="106274.11">19521 13074 0,'50'0'15,"24"74"1,-24 49 0,0 98 15,-50-123-15,0 25-1,-50-99 1,50 26-1</inkml:trace>
  <inkml:trace contextRef="#ctx0" brushRef="#br0" timeOffset="106841.32">20365 12878 0,'0'0'0,"0"49"62,-25 0-62,-25 0 16,1 74 0,-1 0-1,0-98 1</inkml:trace>
  <inkml:trace contextRef="#ctx0" brushRef="#br0" timeOffset="107061.09">20092 13025 0,'0'0'0,"25"0"47,-1 25-47,26-1 15,24 26-15,-24-26 0,24 50 16,-49-50 0</inkml:trace>
  <inkml:trace contextRef="#ctx0" brushRef="#br0" timeOffset="107314.3">20315 12828 0,'-50'0'32,"50"75"-17,0-27-15,0 100 31,0-25-15,0-24 0,0-26-1</inkml:trace>
  <inkml:trace contextRef="#ctx0" brushRef="#br0" timeOffset="107515.06">20166 13246 0,'0'0'0,"0"-24"16,25 24 0,0 0-16,74 0 15,25 0 1,-74 0-1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106.34304" units="1/cm"/>
          <inkml:channelProperty channel="Y" name="resolution" value="68.96552" units="1/cm"/>
          <inkml:channelProperty channel="T" name="resolution" value="1" units="1/dev"/>
        </inkml:channelProperties>
      </inkml:inkSource>
      <inkml:timestamp xml:id="ts0" timeString="2024-09-04T06:47:10.41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11832 3473 0,'-25'0'31,"25"-25"1,0 50 93,0 49-110,0-24 1,0 74 15,0-75-31,0 1 16,0 0-1,0-100 48,0 0-47,0 1-1,-50-100 1,26 0-1,24 99-15,-50-49 16,50 50 0,25-1-1,49 25 1,-24 25 0,-25 0-1,-25 50 1,0 24-1,0 25 1,0 1 0,-50-26 15,0 0-31,1-74 31,49-24 16,25 24-16,49 49-15,-24 26 0,-50-50-16,124 49 15,-100 0 1,26 1-1,24-75-15,-24 49 16</inkml:trace>
  <inkml:trace contextRef="#ctx0" brushRef="#br0" timeOffset="232.7">12254 3671 0,'0'0'0</inkml:trace>
  <inkml:trace contextRef="#ctx0" brushRef="#br0" timeOffset="920.1">12874 3200 0,'-25'0'79,"-25"0"-64,25 0 1,-24 0-16,-1 49 15,-24-49 1,24 0 0,25 0 15,25-24 0,50 24-15,-50 24 15,0 26-31,0 0 16,0 49-1,0 25 1,0-50-16,0 26 16,0-51-1,25-49 16,0 25-15,99-25 0,-50 0-1,-24-25 1</inkml:trace>
  <inkml:trace contextRef="#ctx0" brushRef="#br0" timeOffset="1135.83">12750 3621 0,'24'0'46,"51"-49"-30,-50 49 0</inkml:trace>
  <inkml:trace contextRef="#ctx0" brushRef="#br0" timeOffset="1403.35">13271 3497 0,'0'-49'15</inkml:trace>
  <inkml:trace contextRef="#ctx0" brushRef="#br0" timeOffset="2337.53">13717 3398 0,'0'0'0,"25"0"47,0 0-31,-1 0-16,26 0 16,148 0-1,-123 0 1</inkml:trace>
  <inkml:trace contextRef="#ctx0" brushRef="#br0" timeOffset="2591">13841 3597 0,'0'0'0,"-25"0"16,75 0 15,74 0-15,0 0-1,-25 0 1</inkml:trace>
  <inkml:trace contextRef="#ctx0" brushRef="#br0" timeOffset="11963.44">15280 3175 0,'-50'0'62,"25"0"-15,0 0-31,-24 25 0,24 24-1,25 1 1,-50 49-1,50 0 1,-24 25 0,24-24-1,0-51-15,99 51 16,0-76 0,0 51-1,-99-50 1</inkml:trace>
  <inkml:trace contextRef="#ctx0" brushRef="#br0" timeOffset="13236.26">15850 3299 0,'-25'0'109,"-24"0"-93,-26 0-1,26 0 1,49 50-16,-25 24 15,25-24 1,0 24 0,0-49-1,50-25 1,24 0 0,-49 0-1,24 0-15,1 0 31,-75 0 1,0 0-1,-24 25-15,49 24 15,-25 1-31,25 24 15,0-49 1,0 0 15,50-25-15,49 0 0,-74 0-16,49 0 15,-49 0 1</inkml:trace>
  <inkml:trace contextRef="#ctx0" brushRef="#br0" timeOffset="13691.5">16173 3597 0,'0'-50'15,"24"50"32,1 0-47,50 0 16,-26 0-16,51-25 15,-76 25 1,26 0-16</inkml:trace>
  <inkml:trace contextRef="#ctx0" brushRef="#br0" timeOffset="13974.5">16321 3324 0,'0'0'0,"0"49"32,25-24-17,-25 74 1,25-49 0,-25 0-16,50-1 15,-25 1 1</inkml:trace>
  <inkml:trace contextRef="#ctx0" brushRef="#br0" timeOffset="14693.04">17041 3373 0,'0'0'0,"0"-24"32,0-1-1,0-25 0,-50 50-31,1 0 16,-1 0-1,0 25 1,26 0 0,24 99-1,0-50 1,74-24 15,-24-50-15,-26 0-1,76 0 1,-100-50 0,0-24-1,0 49 1,0 75 31,24-1-32,-24 1 1,50-25 0,-25 49-1,0-49 1</inkml:trace>
  <inkml:trace contextRef="#ctx0" brushRef="#br0" timeOffset="14944.72">17363 3473 0,'0'0'0,"25"0"31,99 0-15,-25 0-1,-24 0 17</inkml:trace>
  <inkml:trace contextRef="#ctx0" brushRef="#br0" timeOffset="15209.43">17487 3274 0,'0'0'0,"0"50"47,0-25-31,75 123-1,-26-73 1,-49-1 15,25-24-15</inkml:trace>
  <inkml:trace contextRef="#ctx0" brushRef="#br0" timeOffset="15742.88">17835 3225 0,'24'0'16,"-24"49"15,0 1-31,0-1 32,0 1-32,0 0 0,50 24 15,-50-24 1,25-50 31,0 0-32,24-50 1,1 50 0,-1 0-1,-24 0 1,-25 99-1,0-24 1,0-50 0,0-1-1,-74-24 1,-1 0 15,51-49-15,-26-26-1,50 50-15</inkml:trace>
  <inkml:trace contextRef="#ctx0" brushRef="#br0" timeOffset="16095.05">18380 3076 0,'0'0'0,"50"0"15,-1 0-15,26 99 16,-1 25 15,-49 50-15,25-1-1,-50-49 1,-25 25 0,-49-74-1,24-75-15</inkml:trace>
  <inkml:trace contextRef="#ctx0" brushRef="#br0" timeOffset="18806.66">19298 3101 0,'-25'0'109,"-49"24"-93,74 26-16,-50 0 16,50 24-16,-49 75 15,-1 0 16,50-25-15,50-50 0,49 1-1,99-26 1</inkml:trace>
  <inkml:trace contextRef="#ctx0" brushRef="#br0" timeOffset="19679.56">19918 3324 0,'0'-25'16,"-25"25"47,-49 0-48,24 0 1,1 50-1,-1 24-15,50-49 16,0 0 0,50 24-1,24-49 1,25 0 0,-49 0-1,0 0 1,-75 0 62,25 50-78,-50 24 16,1-49-1,49 25-15,0-1 31,24-24-15,76-25 0,-51-25-1,-24 25 1,-25-24 0</inkml:trace>
  <inkml:trace contextRef="#ctx0" brushRef="#br0" timeOffset="20053.68">20464 3497 0,'49'0'63,"26"0"-48,-26-49-15,76 49 32,-51 0-17,-24 0 1</inkml:trace>
  <inkml:trace contextRef="#ctx0" brushRef="#br0" timeOffset="20322.34">20588 3299 0,'25'0'31,"-25"25"-16,24 24-15,-24 1 16,0 24-16,50 26 16,-25-1-1,25-49 17,-26-1-17</inkml:trace>
  <inkml:trace contextRef="#ctx0" brushRef="#br0" timeOffset="20955.68">21307 3448 0,'0'0'0,"0"-25"15,0-25 1,-25 50 15,1 0-15,-51 0-16,26 0 15,49 25 1,-50 50 0,50-1-1,25 0 1,49-74-1,-49 0 1,25 0 15,-1-49-15,-49-50 0,0 49-1,0 100 48,0-26-63,0 1 0,50 25 15,-50-1 1,49 1-16,-49-25 16,25 0-1</inkml:trace>
  <inkml:trace contextRef="#ctx0" brushRef="#br0" timeOffset="21208.53">21580 3448 0,'50'0'31,"24"0"-15,1 0-1,-26 0-15,-24 0 16,25 0 0</inkml:trace>
  <inkml:trace contextRef="#ctx0" brushRef="#br0" timeOffset="21457.28">21654 3249 0,'0'25'47,"0"25"-47,50-1 16,-50-24-16,25 74 15,-25-49 1,25 24 0</inkml:trace>
  <inkml:trace contextRef="#ctx0" brushRef="#br0" timeOffset="21942.81">22051 3125 0,'0'0'15,"0"25"1,25 50-16,-25 24 16,0 25-1,0-25 1,0-49 0,0-1 15,25-98 0,74-1-15,-74 0-16,49 50 15,-49 0 1,25 25 0,-1 25-1,-49 24 1,-24 1-1,-51-75 1,26 0 15,-26 0-31,50-50 16,25 25-16</inkml:trace>
  <inkml:trace contextRef="#ctx0" brushRef="#br0" timeOffset="22243.55">22696 3076 0,'0'0'16,"50"0"0,24 99-1,26 75 1,-76-1 0,-24 75 15,-24-99-16,-100-25 1</inkml:trace>
  <inkml:trace contextRef="#ctx0" brushRef="#br0" timeOffset="31663.28">12303 8657 0,'0'25'16,"0"24"-1,0-24 1,0 99-1,0-25 1,50 1 15,-50 48-15,0-98 0,0-25-1,-25-50 16,0-74-15,25-25 0,-49-75-1,49 50 1,0 1 0,99 98-1,-74 50 1,24 0-1,1 0 1,-50 50 0,0 24-1,0 0 1,-25-24 15,0 0-15,0-50-1,-24 0 1,24 0 0,75 0 15,-1 0-15,1 49-1,-25-24 1,24 49-1,1 51 1,-1-51 15,-24 0-15,0-74-16</inkml:trace>
  <inkml:trace contextRef="#ctx0" brushRef="#br0" timeOffset="31926.07">12849 8979 0,'0'0'0,"25"0"47</inkml:trace>
  <inkml:trace contextRef="#ctx0" brushRef="#br0" timeOffset="32528.1">13593 8558 0,'0'-25'0,"-25"25"47,-49 25-32,24-25 1,25 0-1,1 24-15,-51-24 16,50 0 0,25 25 62,0 25-78,0 24 15,0-49 1,0 25 0,0 49 15,0-50-31,0-24 16,0 25-16,0 24 15,75-49 16,-26-25-15,75 0 0,-99 0-1</inkml:trace>
  <inkml:trace contextRef="#ctx0" brushRef="#br0" timeOffset="32730.03">13345 8954 0,'-25'0'16,"25"-49"0,50 49-1,-25 0 1,49-25-16</inkml:trace>
  <inkml:trace contextRef="#ctx0" brushRef="#br0" timeOffset="33050.78">13866 8731 0,'25'0'47,"24"0"-31</inkml:trace>
  <inkml:trace contextRef="#ctx0" brushRef="#br0" timeOffset="33367.36">14461 8706 0,'0'0'0,"25"0"47,124-49-31,0 49-1,-75 0 1</inkml:trace>
  <inkml:trace contextRef="#ctx0" brushRef="#br0" timeOffset="33583.49">14461 8930 0,'0'0'16,"25"0"15,49 0-31,100-25 16,-50 25 0,-74-25-1</inkml:trace>
  <inkml:trace contextRef="#ctx0" brushRef="#br0" timeOffset="35713.56">16470 8458 0,'0'0'0,"50"0"16,-50-24-1,-25 24 63,0 0-46,-24 0-17,24 0-15,-50 0 16,26 24-1,-1 26 1,50 0 0,-49-1-16,49 1 15,24-1 1,51 1 0,-1-50-1,26 0 16,-51-50-15,-24 1 0,-25-26-1,0 51 1,0-26 0,0 0-1,0 75 16,0 25-31,0 49 32,0-49-17,0 24 1,50 0 15,-26-49-31</inkml:trace>
  <inkml:trace contextRef="#ctx0" brushRef="#br0" timeOffset="36041.65">16842 8558 0,'50'0'15,"-25"0"1,124 0-1,-50 0 1,-25 0 0</inkml:trace>
  <inkml:trace contextRef="#ctx0" brushRef="#br0" timeOffset="36342.33">17066 8359 0,'0'25'15,"0"25"1,24-26 0,-24 51-1,50 24 1,-25-49 0,24 24-1,-24-74 1</inkml:trace>
  <inkml:trace contextRef="#ctx0" brushRef="#br0" timeOffset="36890.61">17562 8186 0,'0'0'0,"25"0"31,-25 24-15,0 26-16,0 74 31,49-25-15,-49-49-1,0-1 1,50-49 15,-1-24-15,1-26 0,0 50-1,24 0 1,-49 0 15,0 25-15,-25 24-1,0-24 1,0 25 0,0-25-16,-75-25 15,26 0 1,-1 0-1,25 0 1,25-50 0</inkml:trace>
  <inkml:trace contextRef="#ctx0" brushRef="#br0" timeOffset="37244.98">18306 8186 0,'0'0'0,"25"0"0,49 124 16,-24-25-1,-50 50 1,49-1 0,-74-48-1,-74-1 1,-50-74-1</inkml:trace>
  <inkml:trace contextRef="#ctx0" brushRef="#br0" timeOffset="37996.46">16222 8210 0,'0'25'31,"-49"50"-15,-1 49 0,-24 99-1,74-25 1,24-24 15,76-50-15,73-74-1,-98-50-15</inkml:trace>
  <inkml:trace contextRef="#ctx0" brushRef="#br0" timeOffset="39344.86">19050 8285 0,'0'-50'0,"0"75"110,-50-25-110,50 74 15,-24 26 1,-51 48 0,50 1-1,25-50 1,0-74-16,0 50 16,124-26-1,-24-49-15</inkml:trace>
  <inkml:trace contextRef="#ctx0" brushRef="#br0" timeOffset="40149.91">19496 8508 0,'0'0'0,"0"-25"31,0 0-15,-24 25 15,-26 0-15,0 0 15,26 75-15,24-50-1,0-1-15,-50 51 16,75-26 0,24 26-1,-24-75-15,99 0 31,-99-50-15,-25-24 0,25-1-1,-25 51 1,0 48 15,50 1-15,-26 50-1,26 24 1,-25-50 0</inkml:trace>
  <inkml:trace contextRef="#ctx0" brushRef="#br0" timeOffset="40382.64">19968 8682 0,'0'0'0,"25"0"15,74 0 1,50 0-16,-75 0 31,-49-50-15</inkml:trace>
  <inkml:trace contextRef="#ctx0" brushRef="#br0" timeOffset="40646.5">20092 8434 0,'0'24'16,"0"26"-16,0 24 16,25-49-1,-1 50 1,26-1-1,-50-49 1,25 24-16</inkml:trace>
  <inkml:trace contextRef="#ctx0" brushRef="#br0" timeOffset="41115.44">20464 8334 0,'25'0'16,"-25"50"0,49 74-1,-49-25 1,0-49-1,0-1 1,50-49 31,-50-24-31,25-26-16,99 25 15,-75 25 16,1 0-15,-50 25 0,0 49-1,-74-24 1,24-25 0,0-25-1,1 0 1,24 0-16,25-25 31</inkml:trace>
  <inkml:trace contextRef="#ctx0" brushRef="#br0" timeOffset="41382.57">21084 8235 0,'74'50'15,"1"49"1,-50 25 0,49 50-1,-74-125-15,0 50 16,0 1-1,-25-26 1,-49-49 0</inkml:trace>
  <inkml:trace contextRef="#ctx0" brushRef="#br0" timeOffset="48903.56">21506 7937 0,'49'0'156,"-24"25"-140,25 0-1,-1-25-15,26 99 32,-26-24-17,1-1 1,0 75 0,-26 0-1,-24 0 1,50-1-1,-50 51 1,-25-125 15,0-74-31</inkml:trace>
  <inkml:trace contextRef="#ctx0" brushRef="#br0" timeOffset="50374.2">15875 8037 0,'0'0'0,"0"25"94,0-1-78,-50 26-16,1 49 15,-26 149 1,26 75 15,49-26-15,0-73 0,74-100-16,125 148 15,24-73 1,75-100-1,-199-99 1</inkml:trace>
  <inkml:trace contextRef="#ctx0" brushRef="#br0" timeOffset="51614.28">22895 7962 0,'-25'0'31,"0"0"-15,25 50-16,-49 49 15,-26 0 17,25-24-32,1-1 15,-1 1 1,50-51-16</inkml:trace>
  <inkml:trace contextRef="#ctx0" brushRef="#br0" timeOffset="51877.23">22523 8086 0,'0'0'15,"49"0"1,75 50 0,0 49-1,-49 0 1,-1-24-1,-49-50-15</inkml:trace>
  <inkml:trace contextRef="#ctx0" brushRef="#br0" timeOffset="52125.38">22895 8062 0,'0'24'32,"0"1"-32,0 74 15,0 25 1,0-99-16,0 50 15,0-51 1</inkml:trace>
  <inkml:trace contextRef="#ctx0" brushRef="#br0" timeOffset="52357.78">22547 8260 0,'50'0'31,"99"0"-15,49 0-1,1 0 1,-150 0-16</inkml:trace>
  <inkml:trace contextRef="#ctx0" brushRef="#br0" timeOffset="53813.56">14883 10616 0,'-25'0'16,"50"0"15,0 0-15,173 0-1,-49 0 1,-100 0-16</inkml:trace>
  <inkml:trace contextRef="#ctx0" brushRef="#br0" timeOffset="54062.6">14883 10840 0,'0'0'15,"0"49"1,74-24 15,50-25-15,99-25-1,-49 25 1,-149 0-16</inkml:trace>
  <inkml:trace contextRef="#ctx0" brushRef="#br0" timeOffset="56837.68">17165 10021 0,'0'-25'16,"0"50"77,-50 25-93,1 74 16,-1 49 0,50 26 15,25-100-15,49 0-1,125-74 1</inkml:trace>
  <inkml:trace contextRef="#ctx0" brushRef="#br0" timeOffset="57807.65">18008 10393 0,'0'-49'0,"0"24"32,-49 0 15,24 25-32,-25 0 1,1 0-16,-1 0 31,-24 0-15,74 50-1,0 24 1,0 0 0,24-24-16,100 0 31,-49-50-16,-50 0 1,-25-75 0,49 1 15,-49 24-15,25 100 30,-25-25-46,0-1 16,50 26-16,-50 0 16,24-1 15,1 1-15</inkml:trace>
  <inkml:trace contextRef="#ctx0" brushRef="#br0" timeOffset="58070.41">18355 10443 0,'25'0'32,"0"0"-17,25 0-15,24 0 16,1 0 0</inkml:trace>
  <inkml:trace contextRef="#ctx0" brushRef="#br0" timeOffset="58355.45">18405 10244 0,'0'-24'16,"25"24"0,24 49-1,-49 26 1,25 24 0,-25 25-1,50-25 1,-25-74-1</inkml:trace>
  <inkml:trace contextRef="#ctx0" brushRef="#br0" timeOffset="58893.81">18901 10145 0,'0'25'16,"0"0"0,0 49-1,50 1 1,-50-26-1,0 1 1,25-50 15,-1 0-15,26-25 0,0 0-1,-1 25 16,-24 0-15,-25 50 0,0 24-1,0-24-15,-74-25 16,24-25 0,-24 0-1,24 0 1,0 0-1,50-25 1,0-25 0</inkml:trace>
  <inkml:trace contextRef="#ctx0" brushRef="#br0" timeOffset="59442.09">19496 10021 0,'50'0'31,"0"50"-31,-1 74 16,1-25-1,-25-25-15,-25 26 16,0-51 0,-50 26-1,-24-26 1,49-49-16</inkml:trace>
  <inkml:trace contextRef="#ctx0" brushRef="#br0" timeOffset="60129.68">19819 9798 0,'0'-25'31,"0"0"0,74 25 0,-49 0-31,25 0 16,24 25 0,-74 49-1,0 1 1,-99-1-1,49-24 1,100-50 31,24 0-31,-49 0-1,25 0 1,-1 25-1,1-25-15</inkml:trace>
  <inkml:trace contextRef="#ctx0" brushRef="#br0" timeOffset="60498.21">20563 9723 0,'0'0'0,"50"0"16,74 75 15,-99 24-15,49 25 0,-74 75-1,0-100 1,-74 25-1,24-75-15</inkml:trace>
  <inkml:trace contextRef="#ctx0" brushRef="#br0" timeOffset="61700.66">16917 9897 0,'0'-50'15,"-25"75"64,-25 50-64,-24 49 1,-25 124-16,49-25 31,50-74-15,50 49-16,99-74 15,49-49 1,0-75 15,-123 0-31</inkml:trace>
  <inkml:trace contextRef="#ctx0" brushRef="#br0" timeOffset="62965.83">21729 9847 0,'0'-24'31,"-25"24"0,-49 24-15,49-24 0,-50 100-1,51-26 1,-51-49 0,50 49-1,25-49-15</inkml:trace>
  <inkml:trace contextRef="#ctx0" brushRef="#br0" timeOffset="63201.67">21282 9847 0,'0'0'15,"25"0"-15,50 0 16,-1 0 15,-24 0-31,-1 50 16,26 49 0,-1-49-1,-49 0-15</inkml:trace>
  <inkml:trace contextRef="#ctx0" brushRef="#br0" timeOffset="63448.71">21555 9599 0,'-25'0'15,"25"50"-15,0 0 32,25 49-17,-25-50-15,0 1 0,0 24 16,0-24 0</inkml:trace>
  <inkml:trace contextRef="#ctx0" brushRef="#br0" timeOffset="63649.46">21382 9947 0,'74'-50'15,"0"50"1,26 0-1,247 0 1,-198-25 0</inkml:trace>
  <inkml:trace contextRef="#ctx0" brushRef="#br0" timeOffset="71097.03">14312 14436 0,'0'0'16,"0"-24"15,-25 24 16,25-25-47,-49 25 31,-1 0-15,25 0 0,1 0-16,24-50 15,-149 50 1,99 0-1,1 25 1,-1 99 0,50 0-1,0-50 1,74-24 0,-24-50-1,49 0 1,-49-50-1,-1 1 1,-49-1 0,0 1 15,0 24-15,0 0-16,25 50 78,-25 24-78,0-24 15,50 50 1,-25-26 0,-1 26-1,26-26 1</inkml:trace>
  <inkml:trace contextRef="#ctx0" brushRef="#br0" timeOffset="71365.53">14560 14660 0,'50'0'31,"-25"0"-15,24 0-16,75 0 15,-24 0 1</inkml:trace>
  <inkml:trace contextRef="#ctx0" brushRef="#br0" timeOffset="71649.45">14660 14387 0,'0'0'16,"24"0"-1,51 99 1,-75-74 0,25 74-1,-1 0 1,26 50-1,-25-124 17</inkml:trace>
  <inkml:trace contextRef="#ctx0" brushRef="#br0" timeOffset="72149.95">15081 14337 0,'0'0'16,"0"25"15,0 74-15,50 25-1,-50-25 1,25-24 0,-25-50 15,49-75-15,-49 25-1,50-24-15,49 24 16,-74 25-1,25 0 1,24 0 0,-49 49-1,-25 26 1,0-1 0,-25-24-1,-25-50 1,-24 25 15,49-25-15</inkml:trace>
  <inkml:trace contextRef="#ctx0" brushRef="#br0" timeOffset="72597.98">15776 14213 0,'74'0'16,"1"99"0,-26 75-1,1 0 1,-50-26 0,-25-24-1,0-74-15,25 0 0</inkml:trace>
  <inkml:trace contextRef="#ctx0" brushRef="#br0" timeOffset="73254.95">13643 14163 0,'0'0'16,"0"50"15,-75 24-15,26 26-16,-26 173 16,26-25 15,49-50-31,74-49 15,273-50 1</inkml:trace>
  <inkml:trace contextRef="#ctx0" brushRef="#br0" timeOffset="74320.87">16743 14188 0,'0'-49'0,"-25"49"94,-24 24-79,49 1-15,-99 174 16,49-1-1,50-24 1,0-1 15,50-123-31,-26 0 16,26-26-16,74 51 16,-74-75-1</inkml:trace>
  <inkml:trace contextRef="#ctx0" brushRef="#br0" timeOffset="75137.6">17239 14560 0,'0'-24'0,"0"-26"31,-25 50-15,25-25-1,-24 25 1,-51-49 0,1 49-1,49 0-15,-25 0 16,1 49-1,49 26 17,25 73-17,74-98 1,-50 0-16,26-50 16,-26 0-1,1-100 16,-50 51-31,0 24 32,0-25-32,0 75 31,0 50-15,25-1 15,0-24 0,-25-1-31,49-49 16</inkml:trace>
  <inkml:trace contextRef="#ctx0" brushRef="#br0" timeOffset="75384.7">17636 14610 0,'0'0'16,"50"25"-1,-25-25-15,74 0 16,25 0-1,-50 0 1</inkml:trace>
  <inkml:trace contextRef="#ctx0" brushRef="#br0" timeOffset="75639.48">17711 14387 0,'0'49'31,"49"-24"-31,-49 74 31,25 50-15,25 25-16,-26-75 16,-24-74-16</inkml:trace>
  <inkml:trace contextRef="#ctx0" brushRef="#br0" timeOffset="76149.92">18182 14387 0,'49'0'31,"-49"49"-31,0 51 32,0-51-32,0 50 0,0 1 31,0-76-15,25-24 15,25-74-16,24 49 1,1-24 0,-26 49-1,26 74 1,-75 0 0,-25-24-1,-25 24 1,-49-49-1,25-25 17,24 0-32</inkml:trace>
  <inkml:trace contextRef="#ctx0" brushRef="#br0" timeOffset="83862.23">18703 14114 0,'0'0'0,"49"0"125,-24 0-125,25 74 16,74 1-1,-50 24 1,-24 50 0,-1 74-1,-49-124 1,-24-24 0,-1-26-1,-50-24 1</inkml:trace>
  <inkml:trace contextRef="#ctx0" brushRef="#br0" timeOffset="84745.26">19174 13990 0,'0'-50'125,"50"50"-125,-1-25 16,26 25 0,24 0-1,-74 0 1,-1 25 0,-24 50-1,0-51-15,-49 51 16,-1-50-1,1 24 1,73-49 31,26 0-47,0-25 16,49 25-1,25 0 1,-99 0-16,0 0 31</inkml:trace>
  <inkml:trace contextRef="#ctx0" brushRef="#br0" timeOffset="85509.58">19968 13767 0,'0'0'0,"49"0"16,-24 0-1,25 0 1,-1 49 0,75 199-1,-74 25 1,-50-25 15,0-49-15,0-51-1,0-98-15,-99 74 16,49-25 0</inkml:trace>
  <inkml:trace contextRef="#ctx0" brushRef="#br0" timeOffset="86612.6">16495 13816 0,'-25'0'47,"25"50"0,-24-50-47,24 124 16,-50-50-1,-74 174 1,49 100 0,75-51-1,75 26 1,-1-174-16,100 74 16,24-25-1,50-99 1,-148-99-16</inkml:trace>
  <inkml:trace contextRef="#ctx0" brushRef="#br0" timeOffset="87631.92">21158 13692 0,'50'-25'0,"-50"-24"47,-25 49-31,0 25-1,25-1 1,-99 125 0,25 0-1,74-99-15,-75 74 16,51-50-1</inkml:trace>
  <inkml:trace contextRef="#ctx0" brushRef="#br0" timeOffset="87885.05">20836 13717 0,'0'0'0,"25"0"0,24 0 31,51 50-15,24 24-1,-50 50 1,0-74-1,-49-1 1</inkml:trace>
  <inkml:trace contextRef="#ctx0" brushRef="#br0" timeOffset="88131.19">21183 13618 0,'0'0'16,"-25"0"-16,25 74 31,0-49-31,0 74 0,0 0 31,0 1-15,0-51-1</inkml:trace>
  <inkml:trace contextRef="#ctx0" brushRef="#br0" timeOffset="88335.6">20910 13990 0,'0'0'0,"50"0"16,124 0 15,49-50-15,-25 50-1,-99-25 1</inkml:trace>
  <inkml:trace contextRef="#ctx0" brushRef="#br0" timeOffset="89972.51">10964 14833 0,'0'0'0,"0"25"31,0 25-31,0-1 16,0 50-1,0 1 1,49-51 0,-49-24-1,0 49 1,0-123 15,-25-50 0,25-50-15,-24-74 0,24 148-1,0 26-15,74-1 16,-24 50 0,-26 0-1,51-25 1,-50 25-16,-25 75 31,-25 24-31,-74 25 16,24-50-1,50-49 17,-24-25-1,74 0 0,-1 0-15,26 25-1,24 24 1,-49 51-16,50-51 16,-26 26-1,-24-75 1</inkml:trace>
  <inkml:trace contextRef="#ctx0" brushRef="#br0" timeOffset="90172.46">11410 15056 0,'0'0'0,"50"0"16</inkml:trace>
  <inkml:trace contextRef="#ctx0" brushRef="#br0" timeOffset="90705.84">12105 14585 0,'24'0'0,"-48"0"0,48-25 16,-73 50 47,24-25-63,-74 25 15,24 0 1,1-25-1,99 0 32,0 0-15,-25 25-17,0 99 1,0 74-1,0-99 1,0-24 0,49-51-1,50-24 1,-74 0-16,50 0 16,-26-24-1</inkml:trace>
  <inkml:trace contextRef="#ctx0" brushRef="#br0" timeOffset="90890.47">11981 14982 0,'0'0'16,"49"0"15,1 0-31,-25-25 16</inkml:trace>
  <inkml:trace contextRef="#ctx0" brushRef="#br0" timeOffset="91123.07">12576 14833 0</inkml:trace>
  <inkml:trace contextRef="#ctx0" brushRef="#br0" timeOffset="91932.52">12675 14759 0,'0'0'0,"50"0"31,-1 0-31,26 0 16,74 0 15,-100 0-31</inkml:trace>
  <inkml:trace contextRef="#ctx0" brushRef="#br0" timeOffset="92137.84">12675 15056 0,'0'0'0,"25"0"16,99 0-1,25-24 1,-25 24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106.34304" units="1/cm"/>
          <inkml:channelProperty channel="Y" name="resolution" value="68.96552" units="1/cm"/>
          <inkml:channelProperty channel="T" name="resolution" value="1" units="1/dev"/>
        </inkml:channelProperties>
      </inkml:inkSource>
      <inkml:timestamp xml:id="ts0" timeString="2024-09-04T06:24:02.63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16818 3994 0,'0'-25'0,"-25"25"172,-25 25-156,-24-1-1,24 1 1,25-25 0,25 75-16,-74-51 15,74 26-15,-74-25 16,49 74-16,25-25 15,0-24 1,0 49 15,74-49-15,1-1 0,-1-49-1,-49 0 1</inkml:trace>
  <inkml:trace contextRef="#ctx0" brushRef="#br0" timeOffset="1888.45">17264 4018 0,'-25'0'31,"0"0"31,1 0-46,-26 0 0,25 0-1,0 0-15,-24 0 16,49 50 0,-99 0-1,49-1 1,50 26-1,0-1 1,0 0 0,0-24-16,25-25 15,0 74 1,74-99 0,-50 25-1</inkml:trace>
  <inkml:trace contextRef="#ctx0" brushRef="#br0" timeOffset="3910.16">17661 4192 0,'0'-25'16,"0"0"31,-25 25-16,-49 0-15,24 0-1,25 0 1,0 0-16,-24 0 16,-1 0-1,50 25-15,-25 50 32,25-26-17,0 1 1,50-1-1,49-49 1,-49 0 0,0-24-1,-26-26 1,-24-24 0,0 123 93,0 1-93,25-50-16,-25 49 0,0 1 15,50-25 16</inkml:trace>
  <inkml:trace contextRef="#ctx0" brushRef="#br0" timeOffset="4210.02">17835 4341 0,'74'0'47,"-49"0"-32,24 0 1,-24 0-16,0 0 16,25 0-1,-26 0 1</inkml:trace>
  <inkml:trace contextRef="#ctx0" brushRef="#br0" timeOffset="4542.89">18008 4167 0,'0'0'0,"0"50"63,0 24-48,0-49 1,0 0-16,0 24 16,0 26 15,0-50-16,0-1 1</inkml:trace>
  <inkml:trace contextRef="#ctx0" brushRef="#br0" timeOffset="5192.09">18331 4093 0,'0'25'47,"0"24"-31,0 1 0,0 24-16,0-24 15,0-1 1,24-98 62,51 49-78,-75-50 16,49 50-1,1 0 16,-25 50-15,-25-1 0,0 1-1,0-25-15,0 0 16,0 24 0,-25-24-1,-49-25 1,24 0-1,25-25 1,-24-24 0,49 24-16</inkml:trace>
  <inkml:trace contextRef="#ctx0" brushRef="#br0" timeOffset="6661.77">18728 3994 0,'24'24'31,"-24"1"-31,25 50 15,50-1 1,-51 0 0,-24-24-1,0 49 1,-24 0 0,-1-24-16,-25-50 15,1 24 1,-1-24 15</inkml:trace>
  <inkml:trace contextRef="#ctx0" brushRef="#br0" timeOffset="8561.62">19323 3994 0,'0'0'0,"-25"0"109,0 0-93,-24 24-16,49 1 31,-50 25-31,0 74 16,50-25 0,0-49-16,0 24 15,25 0 1,74-24 15,1 0-15</inkml:trace>
  <inkml:trace contextRef="#ctx0" brushRef="#br0" timeOffset="10136.71">19720 4167 0,'0'-25'15,"0"1"64,-25 24-64,0 0-15,-24 0 16,24 0-1,0 0 1,25 24 15,-50 76-15,50-26 0,0-24-1,25-50 1,25 24-16,-1-24 15,1 0 1,0-24 0,-26-51-1,-24 50 1,0 1 0,0-26-1,0 100 32,0-26-31,0 51-1,0-26 1,0 1 15,0 0-31,0-26 16</inkml:trace>
  <inkml:trace contextRef="#ctx0" brushRef="#br0" timeOffset="10408.76">19943 4366 0,'50'0'63,"-1"0"-48,-24 0 1,25 0-1,-1 0 1</inkml:trace>
  <inkml:trace contextRef="#ctx0" brushRef="#br0" timeOffset="10709.52">20141 4192 0,'0'25'47,"0"0"-31,0 49-16,0 0 15,0-24 17,0-25-17,0 0 1</inkml:trace>
  <inkml:trace contextRef="#ctx0" brushRef="#br0" timeOffset="11310.89">20365 4093 0,'0'25'16,"0"-1"-1,0 26 1,0 24 0,0 1-1,0-26 16,0-24-15,0-50 15,49-24-15,-24-1 0,0 50-1,24 0 1,26 0-1,-50 25 1,-25 25 0,0-1-1,-25 1 1,-25-1 0,-49-49-1,49 0 1,1 0-1,49-24 1,0-26 15</inkml:trace>
  <inkml:trace contextRef="#ctx0" brushRef="#br0" timeOffset="11928.48">20762 3944 0,'49'0'16,"26"50"0,-1 24-1,-24 25 1,-50-49-16,0 49 16,-25 25-1,-74-50 1,49-24-1,-24-25 1</inkml:trace>
  <inkml:trace contextRef="#ctx0" brushRef="#br0" timeOffset="12475.53">21431 3944 0,'-25'0'31,"1"0"-31,-1 50 16,-25-26 0,50 1-1,-49 50 1,-1 49-1,50-25 1,25-25 0,0-49-16,74 25 15,0-50 1,-25 0 0</inkml:trace>
  <inkml:trace contextRef="#ctx0" brushRef="#br0" timeOffset="14412.46">21803 4142 0,'0'0'0,"-24"0"15,-1 0 17,0 0-17,-25 0-15,25 0 16,1 0 0,-26 25-1,50 25 1,0 24-1,0-49-15,50 25 16,24-1 15,-24-49-15,-1-25 0,1-49-1,-50 0 1,0 49-1,0 74 48,0 1-47,25-50-16,24 99 15,-49-74 16,25-25-31</inkml:trace>
  <inkml:trace contextRef="#ctx0" brushRef="#br0" timeOffset="14696.07">22151 4316 0,'0'-25'15,"24"25"32,51 0-31,-50 0-16,49 0 15,25 0 1</inkml:trace>
  <inkml:trace contextRef="#ctx0" brushRef="#br0" timeOffset="14974.15">22275 4192 0,'0'25'46,"0"24"-30,0-24-16,0 50 16,0-26-1,0 26 1</inkml:trace>
  <inkml:trace contextRef="#ctx0" brushRef="#br0" timeOffset="15509">22547 4018 0,'0'25'47,"0"25"-47,0-1 16,0 26-16,0-1 31,0-49-31,0 25 31,50-50-15,-25-50 15,0 25-15,24 25 0,1 0-1,-25 25 1,-25 49-1,0-24 1,-50-25 0,25-25-1,-24 0 1,-1 0 0,25 0-1,25-50 1</inkml:trace>
  <inkml:trace contextRef="#ctx0" brushRef="#br0" timeOffset="16571.9">22895 3919 0,'49'0'16,"26"25"-1,-50-25 1,-25 50-16,49 98 16,-49 1-1,-25 25 16,-74-25-15,50-50 0,-1-74-16,25-25 15,-49 24-15</inkml:trace>
  <inkml:trace contextRef="#ctx0" brushRef="#br0" timeOffset="18033.36">23664 3795 0,'-25'0'47,"25"25"-15,-25 25-32,-49 24 15,24 0 16,25 1-31,-24-50 16,49 24-16</inkml:trace>
  <inkml:trace contextRef="#ctx0" brushRef="#br0" timeOffset="18395.96">23391 3795 0,'0'0'0,"49"25"47,1 25-32,-25 24-15,49-24 16,-24 24 0,-25-74-1,-1 50 1</inkml:trace>
  <inkml:trace contextRef="#ctx0" brushRef="#br0" timeOffset="18717.09">23589 3795 0,'0'75'62,"0"-51"-62,0 26 16,0 0-16,0 24 31,0-49-15</inkml:trace>
  <inkml:trace contextRef="#ctx0" brushRef="#br0" timeOffset="19062.18">23416 3969 0,'49'0'32,"26"0"-1,24 0-31,0 0 31,-74 0-15</inkml:trace>
  <inkml:trace contextRef="#ctx0" brushRef="#br0" timeOffset="20821.16">24135 4217 0,'50'25'110,"-1"-25"-95,26 0-15,49 24 16,-50-24 0,-49 50-1</inkml:trace>
  <inkml:trace contextRef="#ctx0" brushRef="#br0" timeOffset="21201.1">24085 4415 0,'50'0'62,"0"25"-62,49-25 16,25 0 0,-75 50-1,1-50-15</inkml:trace>
  <inkml:trace contextRef="#ctx0" brushRef="#br0" timeOffset="22726.31">25301 3894 0,'0'25'62,"-50"0"-30,1 25-17,49-1-15,-100 26 16,76 73-1,24-48 1,0-1 0,0 0-1,49-74-15,26 24 16,-26-49-16</inkml:trace>
  <inkml:trace contextRef="#ctx0" brushRef="#br0" timeOffset="25203.18">25698 3894 0,'-25'0'78,"-25"0"-62,25 0-1,1 75 1,24-50 0,-50 24-1,25 26 1,25 24-1,0-25-15,0-24 16,0 49 0,99-74-1,-74 24-15</inkml:trace>
  <inkml:trace contextRef="#ctx0" brushRef="#br0" timeOffset="26180.43">26045 4068 0,'0'-25'32,"0"0"-1,-25 25-16,0 0 1,1 0 0,-1 0-1,-25 0 1,25 0 0,25 100-1,0-26 1,0 0-1,25-24 1,74-50 0,-49 0-1,-25 0 17,-25-74-32,0 49 0,0-25 15,0 25 1,0 50 46,0 25-46,0-25 0,49 24-1,-49 26 1,25-51-1,-25 1-15</inkml:trace>
  <inkml:trace contextRef="#ctx0" brushRef="#br0" timeOffset="26478.26">26343 4242 0,'49'0'31,"-24"0"-15,0 0 15,24 0-15,1 0-16,0 0 0</inkml:trace>
  <inkml:trace contextRef="#ctx0" brushRef="#br0" timeOffset="26812.29">26467 4018 0,'0'-24'15,"0"48"17,0 51-1,0-26-15,0 1-1,0 0 1,0 24-1,24-49 1,1 24 0</inkml:trace>
  <inkml:trace contextRef="#ctx0" brushRef="#br0" timeOffset="27332.95">26814 3944 0,'0'0'0,"0"25"31,0 0-15,0 49-1,0 0 1,0-49-16,0 25 16,0-25 15,49-25 0,1-75-15,24 75-16,-24-25 15,-25 25 1,-25 50 15,0 0-15,0 24 15,-75-24-31,26-50 16,-50 0 15,74 0-15,25-50-1,0 0 1</inkml:trace>
  <inkml:trace contextRef="#ctx0" brushRef="#br0" timeOffset="28630.66">27260 3770 0,'25'0'31,"50"25"-15,-1 25-1,-49-50 1,24 124-16,-49-25 16,0 0-1,0 25 1,-49-74 0,24-1-16,-49 26 15</inkml:trace>
  <inkml:trace contextRef="#ctx0" brushRef="#br0" timeOffset="30240.1">27533 3597 0,'0'-25'94,"50"25"-48,24 0-46,-24 0 16,-50 25 15,0 24-15,-25-49 0,0 25-1,0-25 16,25 25 16,50 25-15</inkml:trace>
  <inkml:trace contextRef="#ctx0" brushRef="#br0" timeOffset="30372.19">27707 3770 0,'0'25'15,"0"0"1,-50-25 0,25 50-1,1-50 17,-26 0-17</inkml:trace>
  <inkml:trace contextRef="#ctx0" brushRef="#br0" timeOffset="33179.08">27980 3572 0,'24'0'47,"1"0"0,-25 49-47,25-49 16,25 125-1,-50-51-15,0 75 16,0-25 0,-75-50-1,1 1 1,-50-26-1,74-49 1</inkml:trace>
  <inkml:trace contextRef="#ctx0" brushRef="#br0" timeOffset="34049.18">28575 3621 0,'0'-24'0,"-74"24"94,74 49-94,-50-49 15,50 50-15,-50 0 31,1 24-31,24-49 32</inkml:trace>
  <inkml:trace contextRef="#ctx0" brushRef="#br0" timeOffset="34329.71">28327 3597 0,'0'0'16,"25"0"31,-25 74-32,49-74-15,-49 50 16,50-25 0,0 74-1,-26-74-15</inkml:trace>
  <inkml:trace contextRef="#ctx0" brushRef="#br0" timeOffset="34647.71">28501 3597 0,'0'49'32,"0"-24"-17,0 0 1,0 49 0,0-49-1,0 25 1,-50-1-16</inkml:trace>
  <inkml:trace contextRef="#ctx0" brushRef="#br0" timeOffset="34881.65">28302 3721 0,'25'0'31,"25"0"-15,49 0 0,-50 0-16,51 0 15,-51 0 1,-24 0-16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106.34304" units="1/cm"/>
          <inkml:channelProperty channel="Y" name="resolution" value="68.96552" units="1/cm"/>
          <inkml:channelProperty channel="T" name="resolution" value="1" units="1/dev"/>
        </inkml:channelProperties>
      </inkml:inkSource>
      <inkml:timestamp xml:id="ts0" timeString="2024-09-04T06:25:39.99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6499 8285 0,'0'-50'157,"25"25"-126,-1 25 0,1 0-15,-25-24-1,50 24 1,-1 0-16,-24 0 16,0 24 15,-25 76-16,0-76 1,0 26 0,-25-50-1,-24 0 17,49 25 14,24-25-30,1 25 0,0-25-1,-25 49 1,0 1 0,0-25-1,-25-25 1,0 24-16,-24-24 15,-1 0 1,1 0 0,24-24-16,0 24 15,25-50 17</inkml:trace>
  <inkml:trace contextRef="#ctx0" brushRef="#br0" timeOffset="1142.47">6970 8260 0,'0'-50'47,"50"50"46,-25 0-61,-25 50-17,0-25-15,0 24 16,0 1 0,0 0 15,0-26-31,0-48 94,0-26-79,49 25-15,-49 0 31,25 25-15,25-74 0,-26 49-16,1 25 15,0 0 1,25 0 0,-50 50 46,0 24-46,0-49-16,0 25 31,0-26-15,0 26-1</inkml:trace>
  <inkml:trace contextRef="#ctx0" brushRef="#br0" timeOffset="1477.84">7491 8310 0,'50'0'47,"-26"0"-31,26 24-1,24-24 1,-49 0 0,50 0-16</inkml:trace>
  <inkml:trace contextRef="#ctx0" brushRef="#br0" timeOffset="1740.3">7665 8186 0,'0'24'31,"0"26"-31,0-25 15,0 0 1,0 49 0,-25 25-1,25-49 1</inkml:trace>
  <inkml:trace contextRef="#ctx0" brushRef="#br0" timeOffset="2298.83">8012 8210 0,'0'0'0,"25"0"94,-25-49-79,49 49-15,1 0 16,24 25 0,-74-1 15,0 76-15,-24-51-1,-26 1 1,50-25-16,-50-25 15,26 0 1,73 0 47,-24 0-63,49 0 15,26 24 16,-26 26-31,25-25 16</inkml:trace>
  <inkml:trace contextRef="#ctx0" brushRef="#br0" timeOffset="20577.07">11981 8210 0,'-25'0'156,"0"0"-140,25 25-1,-50-25 1,-49 75 0,25 24-1,-1 25 1,1 99 0,74-49 15,25-50-31,49 0 15,-24-50 17,-1-74-32</inkml:trace>
  <inkml:trace contextRef="#ctx0" brushRef="#br0" timeOffset="22199.03">12154 8384 0,'-25'0'93,"1"0"-77,24 25 0,-25-25-1,25 74 1,-50-24-16,-24 74 16,49 25 15,25-25-16,50-75 1,-1 26 0,1-26-16</inkml:trace>
  <inkml:trace contextRef="#ctx0" brushRef="#br0" timeOffset="23228.62">12452 8632 0,'-50'-50'110,"26"50"-95,-1 0 1,0 0-1,-25 0 1,50 25 0,-24-25-16,24 75 15,0 24 1,0-74 0,49 24-1,1-49 1,-1 0 15,-49-74-15,50 49-1,-50-25 1,0 75 46,0 25-46,25-50-16,-25 49 0,0 1 31,25 0-15</inkml:trace>
  <inkml:trace contextRef="#ctx0" brushRef="#br0" timeOffset="23701.48">12675 8756 0,'50'0'234,"24"0"-218,-24 0-1,-25 0 1,49 0 0,-49 0-1</inkml:trace>
  <inkml:trace contextRef="#ctx0" brushRef="#br0" timeOffset="24022.75">12874 8558 0,'0'24'47,"0"26"-47,0 24 0,0 1 31,0-1-15,0-49-1,49 49 1</inkml:trace>
  <inkml:trace contextRef="#ctx0" brushRef="#br0" timeOffset="24515.89">13171 8483 0,'0'25'47,"0"0"-47,0 99 16,0-75-1,0 1 1,25-50 31,-25-50-32,25 50-15,-25-49 16,50 49 0,-26 49-1,-24 1 16,0 0-15,0-26 0,-24-24-1,-26 0 1,25 0 0,25-24-1,0-26 1</inkml:trace>
  <inkml:trace contextRef="#ctx0" brushRef="#br0" timeOffset="24903.96">13519 8334 0,'49'0'31,"-24"75"-31,-25-1 16,50 25 0,-50-49-16,0 49 15,-25-24 1,25-51 0,-25 26 15,-25 0-16</inkml:trace>
  <inkml:trace contextRef="#ctx0" brushRef="#br0" timeOffset="87121.71">13767 8086 0,'-25'0'234,"25"-24"-109,0-1-109,49 25-1,-24 0 1,25 0 0,-25 0-1,-1 0 1,-24 25 0,0 24 15,0-24-16,0 0 1,25-25 125,25 49-126,-50-24 1,0 0 15,0 25-15,-25-26-1,0-24 1,-24 0 0,24 0-1,-25 0 1</inkml:trace>
  <inkml:trace contextRef="#ctx0" brushRef="#br0" timeOffset="88163.9">14188 7962 0,'75'50'47,"-26"-25"-32,-24 124 1,50-25 0,-51 24-1,-24 26 1,0-100-16,0 50 0,0-24 31,0-76-15,-49 26-16</inkml:trace>
  <inkml:trace contextRef="#ctx0" brushRef="#br0" timeOffset="88817.64">14883 7962 0,'0'0'0,"0"25"78,-75-25-62,75 50-1,-49-50 1,49 74-16,-25-24 0,0 24 31</inkml:trace>
  <inkml:trace contextRef="#ctx0" brushRef="#br0" timeOffset="89086.43">14709 7987 0,'0'0'0,"25"0"78,-25 25-63,74 25 1,-24-1 0,-25-49-16</inkml:trace>
  <inkml:trace contextRef="#ctx0" brushRef="#br0" timeOffset="89313.56">14784 7913 0,'0'49'31,"0"-24"-15,0 25-1,0 74 1,0-75-16,0-24 16</inkml:trace>
  <inkml:trace contextRef="#ctx0" brushRef="#br0" timeOffset="89528.76">14610 8111 0,'25'0'16,"0"0"0,49 0-1,50 0 1,-74 0-16,-1 0 15</inkml:trace>
  <inkml:trace contextRef="#ctx0" brushRef="#br0" timeOffset="91106.12">15379 8037 0,'-25'0'141,"25"25"-141,-50-1 16,50 26-1,-49 49 1,24-49-16,25 24 15,0 149 1,25-99-16,74-49 16,25-26 15,-74-24-31</inkml:trace>
  <inkml:trace contextRef="#ctx0" brushRef="#br0" timeOffset="139292.14">15801 8186 0,'-25'0'265,"0"0"-233,25 24-1,-50-24-15,26 25-1,-1-25 1,25 25-16,-50-25 15,50 50 1,-25-26 0,1 1-1,24 25 1,0-1 0,0 51 15,0-51-31,49 1 31,26-50-31,-26 0 16,-24-25 15,25 0-31,-50 0 16,0-24 15,0 24-16,0 0 1,0 0 15,-25 25 16,25-49-31,0 24-1,-25 25 1,25-25-16,0 0 219,-25 25-219,25-49 78,0 74 94,0 24-157,0 1 1,50-25-16,-25 74 16,-1-74-1,-24 24 1,50 1 15,-25-25-15,0-25-16,24 0 15</inkml:trace>
  <inkml:trace contextRef="#ctx0" brushRef="#br0" timeOffset="139956.07">16073 8483 0,'50'0'109,"0"0"-93,24-49-16,50 49 15,-49-25-15,-51 25 16,51 0 0</inkml:trace>
  <inkml:trace contextRef="#ctx0" brushRef="#br0" timeOffset="140368.43">16297 8235 0,'0'0'0,"24"50"94,-24-25-79,25 24-15,-25-24 16,25 49 0,-25-24-16,50 0 15,-50-1-15</inkml:trace>
  <inkml:trace contextRef="#ctx0" brushRef="#br0" timeOffset="140984.93">16669 8161 0,'0'25'47,"0"-1"-47,0 1 15,25 25-15,-25-1 16,0 1-1,0 0 1,24-50 0,51-50 31,-26 25-32,-24 25-15,25 0 31,-1 0-15,-24 0 0,-25 50-1,0-1-15,0-24 16,0 25 0,-49-25-1,-1-25 16,0 0-15,-24 0-16,49-100 31,25 51-15</inkml:trace>
  <inkml:trace contextRef="#ctx0" brushRef="#br0" timeOffset="141355.29">17090 8086 0,'25'0'15,"0"0"1,25 0 0,24 50-16,25 148 31,-74-148-16,-25 124-15,0-125 16,-50 1 0</inkml:trace>
  <inkml:trace contextRef="#ctx0" brushRef="#br0" timeOffset="142400.21">17388 7913 0,'0'-25'156,"50"25"-156,-26 0 16,-24-50-16,100 50 16,-26 0-1,-49 0 1,0 0-1,-25 25 1,0 74 15,0-74-15,-50 50 0,25-51-1,75-24 63,0 0-62,-26 0-16,51-49 16,49 49-1,-50 0 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86" units="cm"/>
          <inkml:channel name="Y" type="integer" max="1200" units="cm"/>
          <inkml:channel name="T" type="integer" max="2.14748E9" units="dev"/>
        </inkml:traceFormat>
        <inkml:channelProperties>
          <inkml:channelProperty channel="X" name="resolution" value="106.34304" units="1/cm"/>
          <inkml:channelProperty channel="Y" name="resolution" value="68.96552" units="1/cm"/>
          <inkml:channelProperty channel="T" name="resolution" value="1" units="1/dev"/>
        </inkml:channelProperties>
      </inkml:inkSource>
      <inkml:timestamp xml:id="ts0" timeString="2024-09-04T06:32:48.56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15354 13990 0,'0'49'62,"0"1"-62,0 0 16,0 98-1,0-48 1,0-26 0,-25-49-1,25 0 1,0-50 15,0 0-15,25-24-1,-25-1 1,25 25 0,49 25-1,-24 0 1,0 25 15,-26 25-15,-24-26-1,0 1 1,0 25 0,0-25-1,-74-1 1,24-24 0,1 0-1,-1 0-15,25 0 31,25-49-15,0-1 0</inkml:trace>
  <inkml:trace contextRef="#ctx0" brushRef="#br0" timeOffset="463.72">15900 13643 0,'0'0'0,"0"49"62,-25-24-62,0 74 16,25-49 0,-49 24-1,24-24 1</inkml:trace>
  <inkml:trace contextRef="#ctx0" brushRef="#br0" timeOffset="698.76">15677 13692 0,'0'0'0,"0"-25"32,49 25-17,26 50 1,-26 24 0,1 1-1,-25-50-15,-25 24 16</inkml:trace>
  <inkml:trace contextRef="#ctx0" brushRef="#br0" timeOffset="899.91">15875 13543 0,'0'0'16,"0"25"-1,0 0 1,0 74 0,0-24-1,0-51 1</inkml:trace>
  <inkml:trace contextRef="#ctx0" brushRef="#br0" timeOffset="1099.16">15677 13816 0,'24'-25'32,"1"25"-32,25 0 15,99 0-15,-25 0 16,-25 0-1</inkml:trace>
  <inkml:trace contextRef="#ctx0" brushRef="#br0" timeOffset="1932.79">16470 14064 0,'0'-25'46,"-49"25"-30,-26 0 0,50 0-1,-24 0-15,-26 50 16,26 24 15,49 1-15,0-26-1,25 1-15,-1-50 16,76 0 0,-76-25-1,26-49 1,-50 49 15,0 0-15,25 25 15,25 25 0,-50 25-15,24-26 0</inkml:trace>
  <inkml:trace contextRef="#ctx0" brushRef="#br0" timeOffset="19701.41">16818 13742 0,'0'0'0,"-25"0"16,25 49 62,0 1-78,0 0 16,0 98-1,0-48 17,0-51-32,25 1 15,-25-1 1,0-73 31,24-26-47,-24 0 15,25-24 1,25 74 0,24-25-1,-24 25 1,24 25 0,-49 25-1,-25 49 16,-25-50-15,-49 1 0,24 0-1,1-25 1,24-25 0,25-50 30</inkml:trace>
  <inkml:trace contextRef="#ctx0" brushRef="#br0" timeOffset="20233.86">17537 13320 0,'0'0'0,"0"50"78,0-1-78,0-24 16,-50 25-16,25 24 15,25-24 1,-24 24 15,-26-74-31</inkml:trace>
  <inkml:trace contextRef="#ctx0" brushRef="#br0" timeOffset="20442.25">17314 13419 0,'0'0'0,"24"0"32,51 0-17,-1 50 1,-24 24 0,24 26-1,-49-100 1</inkml:trace>
  <inkml:trace contextRef="#ctx0" brushRef="#br0" timeOffset="20643.82">17462 13395 0,'0'0'0,"0"49"47,0-24-47,0 49 15,0 1 1</inkml:trace>
  <inkml:trace contextRef="#ctx0" brushRef="#br0" timeOffset="20812.91">17264 13618 0,'0'-25'15,"50"25"17,-1 0-32,75 0 15,-24 0 1</inkml:trace>
  <inkml:trace contextRef="#ctx0" brushRef="#br0" timeOffset="21530.5">18157 14015 0,'0'-25'0,"0"50"0,-25-50 0,0 0 31,-24 25-31,-1 0 16,1 0-1,-1 74 17,0-49-17,1 50 1,49-51-16,0 51 15,0-50 1,74-1 0,25-24-1,-24-99 1,-26 74 0,-49 1-1,25 24 48,25 49-48,-25 26 1,-1-75-16</inkml:trace>
  <inkml:trace contextRef="#ctx0" brushRef="#br0" timeOffset="22045.92">18455 13667 0,'0'0'0,"49"25"31,-49 0-16,0 74 1,25 25 0,-25-74-16,0-25 15,0 24 17,50-74 14,-1 25-30,-24-24 0,74 24-1,-49 0 1,-25 24 0,-25 26-1,0 0 1,-50-1-1,-24-49 17,24 0-17,1 0 1,49-49 0,0-51-1</inkml:trace>
  <inkml:trace contextRef="#ctx0" brushRef="#br0" timeOffset="22454.42">19199 13345 0,'0'-50'15,"-25"75"32,-25 50-31,50-1 0,-49 50-1,49-99-15,-25 49 16,0-49-1</inkml:trace>
  <inkml:trace contextRef="#ctx0" brushRef="#br0" timeOffset="22683.66">18901 13395 0,'0'0'0,"50"24"31,-25-24-15,24 25-1,50 25 1,-74-50 0,25 25-16</inkml:trace>
  <inkml:trace contextRef="#ctx0" brushRef="#br0" timeOffset="22879.3">19124 13295 0,'0'0'0,"0"25"47,25 50-32,-25-26 1,25 50 0,-25-74-1</inkml:trace>
  <inkml:trace contextRef="#ctx0" brushRef="#br0" timeOffset="23084.43">18926 13543 0,'0'-49'15,"74"49"1,100 0 0,-25 0-1,-50 0-15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8T08:24:12.1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21551 3816 145 0,'0'0'42'0,"0"0"-31"0,0 0-1 16,0 0 14-16,0 0-6 15,0 0-18-15,0 0 0 16,0 0 1-16,0 0 0 16,20-4 1-16,-20 4 0 15,0 0 0 1,0 0 0-16,0 0 55 15,0 0-24-15,0 0-12 0,0-2 2 16,3-1-8-16,-3 1-7 16,2-1-4-16,-2 1-1 15,0 0 5-15,0-4-3 16,2-1 0-16,-2 0 2 16,2 0-1-16,-2 0 0 15,2-1 6-15,-2 1-12 0,0 0 9 16,0 0 4-16,0 2 3 15,0-1-3-15,0 2-2 16,-4-3-1-16,0 6 5 16,-4-3-10-16,4-1-2 15,-5 1 2 1,-2 1-2-16,0 0 0 16,-4 1-2-16,-4 2 1 15,0 0-2-15,-6 0 1 16,3 8-1-16,-3 9 0 15,0 1-2-15,4 5 0 0,2 0 2 16,4 2 0-16,8 0-3 16,3-4 0-16,4 6 3 15,0-5 1-15,0 2-1 16,13-4 0-16,5-4 0 16,4-4 7-16,5-5 0 0,0-4-1 15,2-3-5-15,-2 0 4 16,-1 0-2-16,-4-8 0 15,1-6-2-15,-6-2 3 16,-1-2-1-16,-5-2-2 0,-4-2 2 31,-7 1 3-31,0 0 2 16,0 1-1-16,0 0 10 16,0 3-11-16,0 6-1 15,0 3-2-15,0 1 2 16,0 7-3-16,0 0 0 0,0 0-2 15,0 0-1-15,0 0-4 16,0 0 4-16,0 0-9 16,0 11 3-16,0 8 7 15,0 6 10-15,0-5-3 16,0 4-2-16,0-2 0 16,0 2 1-16,0-2 1 0,0-2-3 15,0 1-1-15,7-6 2 16,-1 3-5-16,5-5-11 15,1-8-224-15</inkml:trace>
  <inkml:trace contextRef="#ctx0" brushRef="#br0" timeOffset="553.38">21900 3892 450 0,'0'0'102'0,"0"0"-43"15,0 0-52-15,0 0 65 16,0 0-5-16,0 0-21 16,0-12-35-16,0 12-5 15,0 0-2-15,0 0-2 16,0 0 2-16,0 0-3 15,0 0 3-15,0 0-2 0,0 0 1 16,0 0 0-16,0 0-1 0,0 0-2 16,0 0 0-1,0 0-1-15,0 0 0 0,0 0 1 16,0 0 2-16,0 0 3 31,0 0-2-31,0 0 4 16,-4 0-5-16,-9 0 0 0,-5 0 0 15,3 0-2-15,3 0 0 16,1 0 0-16,7 0 3 16,2 0-2-16,2 0-1 15,0 0 0-15,0 0 0 16,0 0-5-16,0 0 1 16,0 0 4-16,25 0 2 0,6 8 0 15,6-4 1-15,3 0-1 16,-2 2-2-16,1-2 0 15,-6-1 1-15,-2 2-1 16,-6-3 3-16,-8 3-3 16,-3-5-8-16,-5 5-74 0,-3-3-91 31,-4-2-29-31</inkml:trace>
  <inkml:trace contextRef="#ctx0" brushRef="#br0" timeOffset="1038.21">22055 3816 161 0,'0'0'81'0,"0"0"-59"0,0 0 38 32,0 0 29-32,0 0-72 15,0 0 6-15,-18-42 2 16,16 34-1-16,2 4 33 0,-2-4-43 0,2 3-2 16,-2 2-1-16,2-1 15 31,0 1 10-31,0 3-9 0,0 0-2 15,0 0-2-15,0 0-3 0,0 0-10 16,0 0-6-16,0 0-4 16,0 0 0-16,0 0-4 15,0 17-3-15,0 7 7 16,0 6 4-16,0 2-1 16,0 1 3-16,0 1-3 0,0-1 2 15,2-3 3-15,2-3-5 16,0-3-3-16,-2-5 4 15,1-2-3-15,-1-2-1 16,-2-1 1-16,2 1-1 16,0-9-92-16,3-6-302 15</inkml:trace>
  <inkml:trace contextRef="#ctx0" brushRef="#br0" timeOffset="1785.88">22369 3587 201 0,'0'0'159'0,"0"0"-103"16,0 0-43-16,0 0 11 15,0 0-4-15,0 0-19 16,0 20 1-16,0 11 2 16,0 4 9-16,0 4 5 15,0-2-7-15,0-1 5 16,0-5-2-16,0-1 3 16,0-8-5-16,0-4-5 0,0-6 0 15,0-4-2-15,0-5-3 0,0-3 0 16,0 0 0-16,0 0 3 15,0 0 6-15,0 0 6 16,2-3 6-16,9-11-12 16,7 2-10-16,5 2-1 15,-2 3 0 1,6 2-1-16,-2 1-1 16,2 4 1-1,-5 0-3-15,-2 0 2 16,-4 0-2-16,-5 9-6 0,-2 10 2 15,-4 1 7-15,-5 4-2 16,0 0 3-16,0 0 1 16,0-2-1-16,-14-2 0 0,-3-2 3 15,0-6-3-15,0-3 6 16,-1-4 6-16,2-5-3 0,-4 0 9 16,0 0 2-16,3 0-9 15,-4-10-3-15,5-3-1 16,3-1-1-16,5-3 0 15,2 3-5 1,6 1-1 0,0-2-4-16,14 6-61 0,9-2-101 15,4-1-217-15</inkml:trace>
  <inkml:trace contextRef="#ctx0" brushRef="#br0" timeOffset="2156.13">22984 3509 299 0,'0'0'53'0,"0"0"-47"15,0 0 5-15,0 0 43 16,58 109-8-16,-47-60-6 16,1 4-7-16,-6-3-3 15,-6 2-15-15,0-2-5 16,0-1 6-16,-11-3-7 15,-13 0-1-15,-7-2 0 16,-7-9-3-16,-7 0-4 16,-1-8-1-16,-8-4-43 0,-4-11-171 15</inkml:trace>
  <inkml:trace contextRef="#ctx0" brushRef="#br0" timeOffset="2920.57">21304 3500 195 0,'0'0'25'0,"0"0"-4"0,0 0 5 31,0 0 33-31,-121-1-2 16,86 11-21-16,-6 6 3 15,1 2-3-15,-2 10-2 0,-1 8 3 16,1 10-8-16,3 10-3 16,0 9 18-16,8 4 4 15,11 2-11-15,9-1-11 16,11-2-13-16,0-7-9 0,31-7 8 15,20-6-5-15,16-8-1 16,16-6 3-16,8-7 0 16,-4-8-9-16,-9-5-2 15,-14-9-208-15,-12-5-224 16</inkml:trace>
  <inkml:trace contextRef="#ctx0" brushRef="#br0" timeOffset="3974.88">23564 3302 305 0,'0'0'58'0,"0"0"-6"16,0 0 16-16,0 0 7 15,0 0-19-15,0 0-38 16,0-8-9-16,-7 8-7 0,-11 15-1 15,-4 9 5-15,-2 2 6 16,-1 6 5-16,0 2-2 16,1 3-2-16,2 0-8 15,4-2-1-15,3-3-1 16,3-6 0-16,8 0-3 0,1-3 4 31,3-2-4-31,0-7-27 0,0-6-232 16</inkml:trace>
  <inkml:trace contextRef="#ctx0" brushRef="#br0" timeOffset="4291.51">23327 3234 453 0,'0'0'83'0,"0"0"-2"0,0 0-20 31,0 0 11-31,0 0-16 16,0 0-41-16,-4-24-15 16,4 43-3-16,16 8 3 15,3 9 1-15,6 5 0 16,2 3 1-16,4-3-2 15,0 3 3-15,-2-6 0 0,0-9-3 16,-8-3 1-16,-4-6-1 0,-5-8 0 16,-6-2-87-16,-4-8-160 15</inkml:trace>
  <inkml:trace contextRef="#ctx0" brushRef="#br0" timeOffset="4577.09">23441 3202 404 0,'0'0'56'31,"0"0"-8"-31,0 0 21 16,0 0-30-16,0 0-39 0,0 0 0 15,-2 30 0-15,-2 6 6 16,1 10 0-16,-1 4 3 16,0 3-2-16,-4 1-2 15,2-2 1-15,-3-2-4 16,1-2 3-16,-2-6-2 0,1-6-3 16,3-11-151-16</inkml:trace>
  <inkml:trace contextRef="#ctx0" brushRef="#br0" timeOffset="4945.7">23196 3449 243 0,'0'0'104'0,"0"0"-95"0,0 0 25 0,123-2 0 16,-70 2-13-16,7 0-6 16,3 0-6-16,-7 0 5 15,-8 0 6-15,-11 0 1 16,-16 0-10-16,-7 0-6 15,-7 0-4-15,-5 0-1 16,0 0 0-16,2 0 0 16,1 0 0-16,2 0 0 15,2 0-3-15,-5 0-112 16</inkml:trace>
  <inkml:trace contextRef="#ctx0" brushRef="#br0" timeOffset="7483.04">23992 3812 178 0,'0'0'115'15,"0"0"-82"-15,0 0-2 16,0 0 28-1,0 0 20-15,0 0-47 16,7-28-27-16,-7 24 4 16,0-1 16-16,0 0 18 15,0-1-21-15,0-1-3 16,0 2-6-16,0-1 1 0,0 2-5 16,-2-3 0-1,-3 3-4-15,-2 0-4 0,1 1 4 16,-3 0-4-16,-1 2-1 15,0 1-1-15,-1 0 1 0,-1 0 0 16,-5 0 0-16,1 0 0 16,-5 0 0-16,0 1 0 15,0 12-3-15,-1 2 3 16,0 3-3 0,4 0 3-16,3 2-3 15,3-3 2-15,3-1 1 16,3 2-2-16,1 0-4 15,0 3 6-15,5-4-1 16,-2 1-1-16,2-2-2 16,0 2 0-16,0-2 0 15,10-3 4-15,5 2 0 0,3-7 0 16,2-1 5-16,4-5-1 16,1-2 0-16,4 0-2 15,0 0 2-15,0 0-1 16,-2-7-2-16,-5-9 2 0,-2 1-3 15,-9-8 4-15,3 0 0 16,-8-6 0-16,1 3 3 16,0 0-4-16,-5 8 2 15,3 1 5-15,-5 6 6 0,0 2-11 16,0 0-1-16,0 6-2 16,0 2 4-16,0 1-3 15,0 0-2-15,0 0-1 16,0 0-6-1,0 0 2-15,0 10-4 16,2 12 7-16,4 4 1 16,1 2 0-16,-1 0-2 15,4 0 4-15,-4-2-2 16,1 1 0-16,2-4 0 16,0-1-1-16,2-4 1 15,-3-2 0-15,6-1-66 0,-3-9-153 16</inkml:trace>
  <inkml:trace contextRef="#ctx0" brushRef="#br0" timeOffset="8167.92">24589 3488 210 0,'0'0'31'0,"0"0"-17"16,0 0 20-16,0 0 72 16,0 0-55-16,0 0-38 15,0-41 6-15,0 41-3 0,0 0 1 16,-4 0-12-16,-2 4-3 15,-8 13-4-15,-4 8 4 16,-4 3 2-16,1 6 2 16,4 3 5-16,1 9 2 15,3 1 2-15,3 2 1 0,6-3-6 32,4 2-6-32,0-4 3 15,2 0 0-15,19-4 6 16,6-3-3-16,6-2-5 0,7-4 4 15,1-6-7 1,-2-4 1-16,-3-4-3 0,-3-5-7 16,-6-4-150-16,-4-5-133 15</inkml:trace>
  <inkml:trace contextRef="#ctx0" brushRef="#br0" timeOffset="8900.81">25131 3625 37 0,'0'0'186'0,"0"0"-130"0,0 0-30 16,0 0 35-16,0 0-27 15,0 0-10-15,-87-50-11 16,67 50-2-16,2 0 10 16,0 0-11-16,1 0-3 15,-1 2 0-15,3 13-2 0,1 6 0 32,1 4-2-32,1 0 0 15,3 3 2-15,5 2-4 16,4-2 3-16,0 1-1 15,0-2 1-15,0-8 2 0,15 0-2 16,3-6 4 0,1-6-6-16,0-2 4 0,1-5 1 15,0 0-1-15,0-5 4 0,1-15-2 16,-6-6-4 0,-1 1 8-16,-4-5-8 0,-1 2 6 15,-4 0-7-15,0 7 9 16,-3 3 2-16,0 8 17 15,0 3-11-15,-2 5 18 16,0 2-25-16,0 0-7 0,0 0-6 31,0 0 0-31,0 2-11 16,0 18 4-16,0 6 7 16,0 2 0-16,0 2 2 15,2-2 1-15,3-3-2 16,-1 2-1-16,3-3 3 0,0-2-2 15,4 0 2-15,-1-3-1 16,4 2-2-16,1-7-5 16,1-6-232-16</inkml:trace>
  <inkml:trace contextRef="#ctx0" brushRef="#br0" timeOffset="9185.86">25399 3793 279 0,'0'0'151'0,"0"0"-129"15,0 0-4-15,0 0 75 16,0 0-26-16,0 0-47 15,77-15-8-15,-50 15-9 16,6 0 5-16,3 0-7 16,3 0 3-16,-4 0-4 0,-2 0-1 15,-6 0-1-15,-2 0-1 16,-8 0-107-16,-5-3-54 16</inkml:trace>
  <inkml:trace contextRef="#ctx0" brushRef="#br0" timeOffset="9517.85">25626 3605 191 0,'0'0'231'16,"0"0"-175"-16,0 0 19 15,0 0 3-15,0 0-44 0,0 0-34 16,0-6-6-16,0 25-2 16,0 8 8-16,0 4 5 15,0-1 6-15,0 2-1 16,0 0 0-16,0 0-5 16,0-3-2-16,0 3 1 15,4-7-4-15,-2-4 7 0,3-2-4 16,0-3-3-16,-1-4-49 15,5-10-177-15</inkml:trace>
  <inkml:trace contextRef="#ctx0" brushRef="#br0" timeOffset="10103.04">25931 3513 384 0,'0'0'49'15,"0"0"-24"-15,0 0-5 0,0 0 14 16,0 0-30-16,0 0-1 16,16 30 4-16,-16 4 9 15,0 4-3-15,0-3-5 16,0-4-4-16,0-3-2 15,0-6 1-15,0-6-1 0,0-4-2 32,0-4 1-32,0-4 3 15,0-4-2-15,0 0 4 0,0 0 6 16,0 0 13-16,4-1 8 16,7-10-28-16,3-1-3 15,1 3-1-15,3 1-1 16,0 2-1-16,4 3-1 15,1 3-3-15,-3 0 3 0,2 0 0 16,-4 0-1-16,-3 9 1 16,-3 3-4-16,-6 2-1 15,-3 1-6-15,-3 2 5 16,0 0 2-16,0-2 6 16,-9-1 7-16,-3-2 0 15,-1-4 2-15,2-2 4 0,-3-3 15 16,-3-3 7-16,-3 0 12 15,-3 0-22-15,1 0-6 16,2-9-5-16,0-5 4 16,5 2-10-16,5 0-4 15,4 1-3-15,4-1-1 0,2 3-7 32,0 0-3-32,0 1-48 15,6-2-100-15,12 0-115 16</inkml:trace>
  <inkml:trace contextRef="#ctx0" brushRef="#br0" timeOffset="10446.48">26411 3372 389 0,'0'0'57'0,"0"0"-37"15,0 0-7-15,0 0 4 16,0 0 3-16,0 0 0 16,104 116 0-16,-88-70 31 15,-7 7-3-15,-2-5-26 16,-7-2 7-16,0 0-10 0,0-2-7 15,-5-1 1-15,-15-3-5 16,-2-6-2-16,-3-6-1 0,-4-3 2 16,-2-8-2-16,-3-3-3 15,-1-6-2-15,4-1-82 16,4-7-166-16</inkml:trace>
  <inkml:trace contextRef="#ctx0" brushRef="#br0" timeOffset="11003.43">26994 3319 359 0,'0'0'58'16,"0"0"-54"-16,0 0-3 16,0 0 6-16,0 0 3 15,0 0-6-15,-71 90 2 0,49-62-1 16,2 2 6 0,0-2-8-16,2-2 4 0,3-4-6 15,-1 1 1-15,3-6-1 16,1 1 0-16,3-4-1 0,3-5-159 31</inkml:trace>
  <inkml:trace contextRef="#ctx0" brushRef="#br0" timeOffset="11272.45">26807 3288 427 0,'0'0'54'15,"0"0"-32"-15,0 0-7 0,0 0-8 16,0 0 9-16,0 0 9 0,96 61 11 16,-74-29-21-1,-1 5 2-15,-2 0-6 16,-3-4-3-16,-1-1-2 0,-1-6-5 15,-1-1 3-15,-1-4-4 32,-1-9-1-32,-5-11-194 15</inkml:trace>
  <inkml:trace contextRef="#ctx0" brushRef="#br0" timeOffset="11536.24">26973 3226 332 0,'0'0'87'15,"0"0"-84"-15,0 0-3 16,0 0 4-16,0 0 5 16,0 0 11-16,-37 108-6 15,33-71 4 1,2 1-2-16,0 0-11 15,-1 0 2-15,3-3-4 0,-2-6-2 16,0-1 1-16,0-4-2 16,-2-7-2-16,-2-4-142 15</inkml:trace>
  <inkml:trace contextRef="#ctx0" brushRef="#br0" timeOffset="11820.1">26707 3507 141 0,'0'0'190'16,"0"0"-175"-16,0 0 8 15,0 0 29-15,150-16-14 16,-100 16-11-1,4 0-17-15,-5 0-3 16,-7 0 1-16,-10 0-5 16,-12-3 1-16,-9 3-4 15,-5 0 0-15,-6 0 0 0,0 0-2 16,0 0-2-16,0 0-71 16,0 0-152-16</inkml:trace>
  <inkml:trace contextRef="#ctx0" brushRef="#br0" timeOffset="14009.63">27490 3734 203 0,'0'0'41'0,"0"0"-29"0,0 0 28 16,0 0 30-16,0 0-22 16,0 0-33-16,2-18 2 31,-2 15 6-31,0 2 2 15,0-2-13-15,0 2 3 0,0 1 4 16,0 0-7-16,0-2-4 16,0-1-3-16,0 1-5 15,0 0 0-15,-7-1 1 16,-4 0-1-16,2 3 1 16,-3-2-1-16,-1 2 0 0,-3 0 0 15,1 0 0-15,-5 0 0 16,5 0 0-16,-1 0 0 15,5 0 0-15,-3 5 0 16,-1 8-1-16,-3 5-2 16,-2 7 3-16,0-2 0 0,-1 7 4 31,6-5-4-31,7 3-2 16,0-4 0-16,8-4 1 15,0-1 1-15,0-5 3 0,12-3-1 16,15-2 7-1,6-4-5-15,3-1 2 0,4-4-2 16,-1 0-2-16,-4 0 0 16,-2 0 0-16,-6-9 3 0,-6-11 1 15,-2 1-3-15,-9-5 5 16,0 0 10-16,-8 2 8 16,0 4 16-16,-2 2-8 15,0 6-12-15,0 1-6 16,0 8-3-16,0-2-7 15,0 3 2-15,0 0-7 0,0 0-1 16,0 0 0-16,0 0 0 16,0 0-7-16,0 13-3 15,0 9 10-15,0 2 0 16,0 2 0-16,0 0 0 16,0-2 0-16,0 2 2 15,0-2 0 1,0 1-4-16,0-1 2 15,0-2-4-15,0-5-140 16,0-3-152-16</inkml:trace>
  <inkml:trace contextRef="#ctx0" brushRef="#br0" timeOffset="14995.3">28136 3400 337 0,'0'0'25'0,"0"0"-16"0,0 0 26 32,0 0 2-32,0 0-8 15,0 0-2-15,-23-28-20 16,1 33-7-16,-2 14 1 0,-5 10-1 15,0 11 2 1,-4 6-2-16,-2 10 4 0,4 4 2 16,8 1 2-16,7-2 7 15,13-1-5-15,3-7-3 16,0-1 2-16,27-8-8 16,9-8 5-16,4-6 4 15,7-6-1-15,0-6-3 16,-5-5-3-16,-2-6-3 0,-9-5-79 15,-6 0-376-15</inkml:trace>
  <inkml:trace contextRef="#ctx0" brushRef="#br0" timeOffset="15682.19">28495 3573 283 0,'0'0'51'16,"0"0"-38"-16,0 0 54 0,0 0-41 15,0 0 3-15,0 0-13 16,-4-36-6-16,-6 30-4 16,-7 2-6-16,-3 2 2 15,-3 2 0-15,-4 0-2 16,-2 0 2-16,0 6-2 0,1 14 0 31,3 6 5-31,1 6-3 16,8 0 2-16,7 3 0 15,7-3 0-15,2-5 2 16,0-5 1-16,11-4 0 0,9-5 2 16,5-5-4-16,2-8 7 15,2 0-11-15,-3 0 5 16,-2-4-2-16,-1-17-1 0,-5-3-1 15,-1-2 0-15,-3-2-2 16,-5 5 4-16,-3 1-3 16,1 5 0-16,-4 7-1 15,-3 4 7-15,0 4 7 16,0 2 8-16,0 0-22 16,0 0-2-16,0 4-19 0,0 17 21 31,0 3 2-31,-3 3 7 15,-2 0 0-15,1-1-1 16,-2 2-6-16,1-2 1 0,1 3-1 16,4 0 4-16,0-3-6 15,0-6-128-15,6-11-382 16</inkml:trace>
  <inkml:trace contextRef="#ctx0" brushRef="#br0" timeOffset="15961.65">28736 3724 470 0,'0'0'56'15,"0"0"-36"-15,0 0 59 16,0 0 0-16,0 0-60 15,0 0-17 1,111-7-2-16,-70 7 0 16,3 0 2-16,-5 0-2 15,-4 0 0-15,-9 4 0 16,-10-1-2-16,-8-2 1 0,-8-1-80 16,0 0-77-16,0 0-78 15</inkml:trace>
  <inkml:trace contextRef="#ctx0" brushRef="#br0" timeOffset="16214.08">28954 3585 392 0,'0'0'80'0,"0"0"-37"0,0 0-9 16,0 0-2-16,0 0-32 0,0 0 1 15,0 48 10-15,-4-15 2 16,0 0-5-16,-4 3 2 16,2 0-4-16,-1 0 1 15,3 0-6 1,-4-4 2-16,6-1 4 16,0-7-7-16,2-8-42 15,0-9-448-15</inkml:trace>
  <inkml:trace contextRef="#ctx0" brushRef="#br0" timeOffset="16733.99">29226 3403 453 0,'0'0'68'15,"0"0"-16"-15,0 0-12 16,0 0-33-16,0 0-6 16,0 0-1-16,2 78 9 15,-2-34 9-15,0-2-9 16,0-2 0-16,-4-4-2 16,0-6-3-16,2-5 0 15,2-10-4-15,0-3 3 16,0-7 0-16,0-4 3 0,0 2 3 15,0-3-1-15,0 0 9 0,13 0 3 16,7-7-19-16,4 1 0 16,5 2-1-16,0 4 0 15,2 0-1-15,-2 0 0 16,-7 3-2-16,-9 8-1 16,-3 4 1-1,-8 1-9-15,-2 2-1 16,0 0 11-16,-8-2-2 15,-15-2 4-15,0-4 1 16,-1-5 0-16,-1-5 1 16,-1 0 6-16,-1 0 1 15,0-5 3-15,3-11-2 16,-1-6 2-16,8-3 8 0,1-1-16 16,5 2-4-16,9-2-1 15,2-2-82-15,0 2-248 16</inkml:trace>
  <inkml:trace contextRef="#ctx0" brushRef="#br0" timeOffset="17039.9">29725 3356 455 0,'0'0'70'0,"0"0"-68"16,0 0-2-16,52 103 12 15,-42-55 23-15,4 4 8 16,-3-2 7-16,-2 3 2 16,-4-7-32-16,-5 0-7 15,0-4-1-15,0-4-8 16,-12-2 5-16,-3-8-9 0,-7-5 3 15,-1-6 3-15,-4-5-4 0,-2-4-2 32,-4-4-12-32,0-4-225 15,1 0-295-15</inkml:trace>
  <inkml:trace contextRef="#ctx0" brushRef="#br0" timeOffset="17517.32">30327 3256 226 0,'0'0'7'16,"0"0"9"-16,0 0 23 16,0 0 26-16,-96 107-17 15,76-79-23-15,5 2 2 16,-1-2-20-16,1 2-1 0,-1-4-4 0,1 0 4 15,-4-6-6-15,4-5-24 16</inkml:trace>
  <inkml:trace contextRef="#ctx0" brushRef="#br0" timeOffset="17769.78">30102 3229 439 0,'0'0'35'0,"0"0"-34"16,0 0 4-16,0 0 7 0,0 0 22 16,0 0 3-16,121 85 4 15,-104-49-18-15,-1 1-13 16,-1 1-9-16,-3-7 2 15,1-2 2-15,-4-5-5 16,-2-8 0-16,-1-10-185 0</inkml:trace>
  <inkml:trace contextRef="#ctx0" brushRef="#br0" timeOffset="18017.48">30312 3238 339 0,'0'0'101'15,"0"0"-101"-15,0 0 3 0,0 0-3 16,0 0 7-16,0 0 12 16,-10 118-6-16,8-76 5 15,2 5-9-15,-2-4-4 16,-2-6-4-16,2-3 5 0,-3-6-3 15,-1-6-3-15,-4-7-43 16,-1-12-254-16</inkml:trace>
  <inkml:trace contextRef="#ctx0" brushRef="#br0" timeOffset="18287.21">30078 3442 388 0,'0'0'57'0,"0"0"-28"0,0 0 39 15,0 0-14-15,0 0-2 16,0 0-14-16,0-21-16 16,24 21-13-16,14 0-7 15,6 0 1-15,8 0-2 0,-3 2-1 16,-9 0 1-16,-7-2-1 15,-8 0 1-15,-10 2-1 16,-5 1 0-16,-10-1-3 16,0 1-26-1,-2-3-95-15,-23 0-25 16</inkml:trace>
  <inkml:trace contextRef="#ctx0" brushRef="#br0" timeOffset="62863.66">21970 7610 371 0,'0'0'14'0,"0"0"-7"15,0 0-2-15,0 0 2 0,0 0 19 16,0 0 11-16,0 0-16 16,-9-36-9-16,9 36 4 15,0 0 15-15,0 0-10 16,0-2 1-16,0 2 1 0,0-2-1 16,0 2-8-16,0 0-8 15,0 0-6-15,0 0-9 16,0 16-3-16,-2 12 12 15,-3 8 1-15,-1 5 3 0,1 3-2 16,3-1 1-16,0 1 3 16,-2 1-3-16,4-4 1 15,-2-4-4-15,-1-3 2 16,3-7 1-16,0-2-3 16,-3-1 1-16,3-1 0 15,-2-8 0 1,0-4 0-16,2 0-1 15,-2-7 0-15,2-1 0 16,0-3 1-16,0 0 1 16,0 0 4-16,0 0 5 0,0-11 0 15,0-7-6-15,0-2-3 16,0 0 1-16,0-2-3 16,12 4 1-16,3-1 1 0,3 4-2 15,1 3-3-15,4 2-5 16,0 2 1-16,1 4-4 15,-2-1-4-15,3 5 4 16,-7 0-2-16,1 0 12 16,-1 0-3-16,-5 17 1 15,-1 3-3 1,-3 3 1-16,-3 4 2 16,-4 1 3-16,-2-2-3 15,0 0 1-15,0-2 0 16,-2-4 0-16,-11 0 2 15,-3-6 0-15,-1-4 0 16,-6-2 0-16,-1-6 2 16,-3-2 2-16,-2 0-1 0,2 0-2 15,1-10 3-15,3-3-1 16,5-6 1-16,7 1 1 16,3 2-4-16,6 2 3 15,2-2-4-15,0 6-5 0,4-4-93 16,13 0-174-16</inkml:trace>
  <inkml:trace contextRef="#ctx0" brushRef="#br0" timeOffset="63620.66">22565 7538 254 0,'0'0'14'16,"0"0"-2"-16,0 0 13 0,0 0 32 15,0 0-28-15,0 0-25 16,-13-5-2-16,2 5 3 16,-7 10-5-16,-2 7 5 15,-5 2 2-15,3 8 7 16,-2-2-6-16,3 1 5 16,2-1-9-16,3-1-3 0,3-2 6 15,1-1-7-15,5-4 1 16,1-2-1-16,4-1 0 31,0-9-80-31</inkml:trace>
  <inkml:trace contextRef="#ctx0" brushRef="#br0" timeOffset="63929.41">22340 7560 407 0,'0'0'49'0,"0"0"-18"0,0 0 18 16,0 0 3-16,0 0-22 15,0 0-26-15,46 14 9 16,-27 8-5-16,1 0 4 15,2 2-9 1,2-2-1-16,1-3-2 16,0 1-2-16,-3-1 2 15,-2-3 0-15,-2-5-38 16,-7-2-162-16</inkml:trace>
  <inkml:trace contextRef="#ctx0" brushRef="#br0" timeOffset="64223.04">22481 7528 300 0,'0'0'59'15,"0"0"-52"-15,0 0-4 16,0 0 0-16,0 0 13 16,0 0 6-16,-3 62-12 15,3-41-2-15,0 4-6 0,0 1 3 16,0-2-4-16,0 0-1 16,0 2 1-16,-2-4-2 15,-7-2-2-15,-2-5-398 16</inkml:trace>
  <inkml:trace contextRef="#ctx0" brushRef="#br0" timeOffset="64523.25">22251 7698 340 0,'0'0'49'15,"0"0"-42"-15,0 0 13 16,118 0 18-16,-64-2-11 16,1-3-17-16,5 4-3 15,3-6-4-15,-8 6 2 16,-7-1-4-16,-13 0-1 15,-10 2 0-15,-14 0 0 16,-5 0-5-16,-3 0-41 0,-3 0-93 16,0 0-137-16</inkml:trace>
  <inkml:trace contextRef="#ctx0" brushRef="#br0" timeOffset="67012.14">23192 7586 128 0,'0'0'114'15,"0"0"-32"-15,0 0-40 0,0 0 7 16,0 0 2-16,0 0-19 16,24-48-10-1,-24 43 14-15,0 5 2 16,0-1-3-16,0 1-15 15,0 0-5-15,0 0-12 16,0 0 1-16,0 0-4 16,0 0 0-16,0 0-1 15,0 0 1-15,0 0 0 0,0 0-1 16,0 0-1-16,0 0 2 16,0 0 0-16,0 0 0 0,0 0 0 15,0 0 0 1,0 4 0-16,-8 6 0 15,-4 0 0-15,-1 6 0 0,-3 4 2 16,-1 3-2 0,-2 7 1-16,-3 5 0 0,0 5 1 15,0 1-2-15,1 5 1 16,6 1 2 0,4-4-1-16,6-1-2 0,5-4 1 15,0-4-1-15,2-2 4 16,21 0-3-16,6-4-1 0,6 0 2 15,7 2-2-15,1-4-2 32,-3-10-274-32</inkml:trace>
  <inkml:trace contextRef="#ctx0" brushRef="#br0" timeOffset="68234.25">23698 7726 223 0,'0'0'51'0,"0"0"-40"16,0 0 28-16,0 0 1 0,0 0-12 16,0 0-10-1,0-16-4-15,-4 12-11 0,-6 1 4 16,1 0 2-16,-3 1-5 31,-7 2 16-31,1 0-5 16,-4 0-11-16,0 0 2 0,-1 0-4 15,1 0-1-15,2 2 0 16,0 12 4-16,2 1-5 16,5 5 4-16,2 3-1 15,4 3 3-15,7 0-2 16,0 0-1-16,0-2 1 15,5-3-3-15,12-5 2 0,1-6 2 16,4-3 2-16,0-4-2 16,3-3 0-16,-2 0-2 15,-2 0-2-15,-2 0 4 16,-9 0-4-16,-4 0-1 16,-4 0 1-1,-2-3 3-15,0 2 3 0,0-1 2 16,0 0-4-16,-2 0-3 15,-10-1-2-15,-3 3-2 16,1 0 1-16,-1 0 1 0,-1 0-3 16,-2 0 3-16,-2 13-1 15,2-1 0-15,-2 2 1 16,2 3-1-16,3-1-2 16,1 2 2-16,5 1 1 15,5-1 0-15,2 1 0 16,2-5 0-16,0-3 0 15,4-1 5-15,19-5 3 16,8-2 3-16,5-3 3 16,1 0 7-16,1 0 4 15,-3 0-8-15,-8-4-8 16,-4-4-6-16,-5 2 0 0,-7 4-2 16,-5 0-1-16,-1 2-4 15,-3 0-58-15,-2 0-111 16,0 0-270-16</inkml:trace>
  <inkml:trace contextRef="#ctx0" brushRef="#br0" timeOffset="68719.16">23900 7886 230 0,'0'0'21'0,"0"0"-15"0,0 0 71 16,0 0-7-16,0 0-39 16,0 0-19-16,-35-1 10 0,35 1 2 15,0 0 10-15,0 0-9 16,0 0-8-16,6 0-3 15,17 0 0-15,14 0 39 16,6 0-28-16,4 0-14 16,4-3-3-16,1 3-6 15,-4 0-1-15,-7-1-2 0,-6 1 0 16,-8 0-1-16,-9 0-71 16,-7-3-81-16,-6-1-112 15</inkml:trace>
  <inkml:trace contextRef="#ctx0" brushRef="#br0" timeOffset="69055.11">24122 7782 372 0,'0'0'52'0,"0"0"-44"16,0 0 56-16,0 0 15 15,0 0-46-15,0 0-30 16,0-4-3-16,0 12-1 16,0 13 1-16,0 4 12 15,0 8 0-15,0-1 9 0,0-1-5 16,0 2-5-16,0-5-1 31,4-2-7-31,-4-4-1 0,2-2-2 16,-2-2 0-16,0-4 0 15,0-6-74-15,2-8-323 16</inkml:trace>
  <inkml:trace contextRef="#ctx0" brushRef="#br0" timeOffset="69754.88">24647 7744 214 0,'0'0'69'16,"0"0"-22"-16,0 0 12 0,0 0-19 15,0 0 7 1,0 0-36-16,-29-62 11 0,19 58-9 0,0 0 3 16,-1 0-10-1,-2 4-1-15,-1 0-2 0,-1 0-2 16,-3 1-1-16,0 17 0 16,0 1 0-16,5 8 2 15,2-1-2-15,4 1 0 16,5 1 0-1,2-2 0-15,0-3 4 16,2-7-2-16,18-5 0 16,2-3 7-16,3-5-8 15,0-3 5-15,2 0-3 16,-6-6 0-16,-1-13-1 16,-9-3 0-16,-3-4 2 15,-4 0-2-15,-4 0 3 0,0 6-5 16,0 6 7-16,0 6 14 15,0 4 28-15,0 0-3 16,0 4-33-16,0 0-11 0,0 0-2 16,0 0-1-16,0 18 0 15,0 4 1-15,-4 3 0 16,4-2 1-16,0 3 0 16,0 0 1-16,0 1-1 15,0-1 0-15,0-2 1 0,0-2-2 31,0 0 0-31,4-4-41 16,-2-8-326-16</inkml:trace>
  <inkml:trace contextRef="#ctx0" brushRef="#br0" timeOffset="70089.45">24880 7517 408 0,'0'0'54'0,"0"0"-41"16,0 0-5-16,0 0 27 31,0 0-2-31,0 0-19 15,71 55 2-15,-53-17-7 0,-3 4 3 16,1 4 9 0,-3 5 2-16,-2 2 0 0,-4 1-15 15,-5 1-4-15,-2-8 0 16,0 2-1-16,-22-5-3 16,-14-2-7-16,-9-6-14 15,-3-6-177-15</inkml:trace>
  <inkml:trace contextRef="#ctx0" brushRef="#br0" timeOffset="71926.25">25381 7594 362 0,'0'0'42'15,"0"0"-37"-15,0 0 5 16,0 0-8-1,0 0 1-15,0 0 5 16,0 42 2-16,0-18 8 16,0 6 3-16,0 4 1 15,0 6 2-15,0 3 2 16,-7-1-14-16,-4-3-2 16,2-2-8-16,4-9 7 0,1-4-7 15,2-8 0-15,2-9-2 16,0-1 4-16,0-5-3 0,0-1 3 15,0 0 3-15,0 0 17 16,9-10 20-16,7-10-43 16,1 1 1-16,3 0-2 15,-1 1 0-15,0 4-3 16,1 2-1 0,-2 5 3-16,2 1-2 15,-2 5-1-15,2 1-1 16,-2 0-1-16,-3 0 1 15,-1 5 4-15,-3 9-3 16,-7 2-1-16,-2 0 5 16,-2 5 0-16,0-3 1 15,0-3-1-15,-8-1 2 0,-3-1-2 16,-5-6 4-16,5 0 2 16,-5-5 1-16,-1 0 1 15,-2-2 1-15,0 0-3 0,-2 0 0 16,-1 0-4-16,-1-8 0 15,2-4-2-15,3 0 7 16,2 2-7-16,7 2 0 31,2-1 0-31,7 2-6 0,0-1-70 16,0-4-122-16</inkml:trace>
  <inkml:trace contextRef="#ctx0" brushRef="#br0" timeOffset="72525.25">26022 7444 313 0,'0'0'100'0,"0"0"-77"0,0 0-18 16,0 0 14-16,0 0 2 15,0 0-8-15,-37 35-5 32,10-7 11-32,-2 3 13 0,-2-2 4 0,-5 3-19 0,5-3-10 15,4-1 1-15,5-6-7 31,7 0-1-31,3-4 1 16,3-1-1-16,5-10-17 0,-1-7-318 16</inkml:trace>
  <inkml:trace contextRef="#ctx0" brushRef="#br0" timeOffset="72779.42">25746 7413 479 0,'0'0'121'15,"0"0"-73"-15,0 0 1 16,0 0 0 0,0 0-22-16,0 0-9 15,129 36-9-15,-100-6-3 16,-2 7-4-16,-4-3-1 15,-3 2 3-15,-5-4-4 0,-3 2 0 16,-6-4-1-16,-1-6-103 16,-5-10-230-16</inkml:trace>
  <inkml:trace contextRef="#ctx0" brushRef="#br0" timeOffset="73026.93">25954 7397 93 0,'0'0'342'16,"0"0"-278"-16,0 0-49 16,0 0-7-16,0 0 1 15,0 0-9-15,-16 40 8 16,13-12-2-16,-1 2 1 0,0 3-4 15,4-4-2-15,-2 0 2 16,-1-4-3-16,-3 0 0 0,-2-5-1 16,2-8-137-16</inkml:trace>
  <inkml:trace contextRef="#ctx0" brushRef="#br0" timeOffset="73296.47">25673 7548 362 0,'0'0'66'0,"0"0"-27"0,0 0-1 16,0 0 10-16,0 0-15 15,164-16-15-15,-95 13-11 16,5 2 2-16,-5-2-4 15,-4-1 2-15,-14 3-4 16,-13 1 0-16,-18-3 0 0,-11 2-2 16,-7 1-1-1,-2 0-13-15,0 0-97 0,-8 0-129 16</inkml:trace>
  <inkml:trace contextRef="#ctx0" brushRef="#br0" timeOffset="75586.69">26778 7488 199 0,'0'0'48'0,"0"0"-7"0,0 0 24 16,0 0-16-16,0 0-27 15,0 0-7-15,2 0-4 16,-2 0 8-16,0 0 1 15,0 0-2-15,0 0-7 16,0 0-3-16,0 0 1 16,0 0 1-16,0 0-8 15,-6 11 3-15,-12 6-2 16,-4 6 0-16,-5 8 2 16,-2 7 1-16,0 6 4 0,-2 4 1 15,2 4 7-15,4 0-4 16,8 0 8-16,5-1-8 15,8-5 0-15,4-5-11 0,0 0 2 16,13-5-1-16,16-4 2 16,10-6 7-16,2-6-7 15,-1-6-3-15,1-4-3 16,-10-8-88-16,-6-2-116 16</inkml:trace>
  <inkml:trace contextRef="#ctx0" brushRef="#br0" timeOffset="76652.64">27239 7686 327 0,'0'0'60'0,"0"0"-34"15,0 0 33-15,0 0 4 16,0 0-15-16,0 0-28 16,12-16 0-16,-12 16 20 15,0-2-11-15,0 0-14 16,0 0-5-16,-12 0-10 16,-7 2 0-16,-4 0 0 0,-3 0 0 15,-6 0-2-15,1 0 4 0,0 12-2 16,0 3 0-16,4 4 0 15,4 5-5-15,6 5 4 16,5-4 1-16,10 5 1 16,2-4 2-16,0-1 1 31,10-6-1-31,11-5-1 16,8-6 5-16,3-2-4 0,1-6 2 15,1 0-4-15,-6 0 1 16,-3 0 0-16,-7 0-1 15,-5-1 0-15,-5-4 0 16,-4 1-1-16,-2 0 1 16,-2-1-1-16,0 0-1 0,0 1-5 15,0 0-8-15,-9 4 9 16,-9 0 2-16,-2 0 2 16,-5 0 0-16,-1 0-1 15,-1 8 2-15,3 5-1 16,3 0 1-16,6 6-2 15,6-4 0 1,2 2 0-16,5 1 1 16,2-3 1-16,0 0 2 0,0-1-2 15,9 0 3-15,11-4 3 16,3-2-2-16,3-3-2 16,-2 2 1-16,1-5 0 15,0-2-2-15,-3 0 0 16,1 0 1-16,-6 0 0 15,1 0-2-15,-3 0 0 0,-3 0 0 16,-1 0-62-16,-3 0-86 16,-1 0-85-16</inkml:trace>
  <inkml:trace contextRef="#ctx0" brushRef="#br0" timeOffset="77105.45">27534 7895 279 0,'0'0'96'0,"0"0"-70"15,0 0 29-15,0 0-15 16,0 0-25-16,0 0-8 16,-25-9-4-16,23 9 8 15,0 0-1-15,0 0-7 16,2 0 4-16,0 0-1 15,0 0 4 1,6 0 11-16,23-1 6 0,9-2 19 16,5 2-35-16,3-3-9 15,-3 1 4 1,-1-1-1-16,-9 1-5 0,-8 1 3 16,-11-3-3-1,-7 5 0-15,-7 0-4 16,0 0-72-16,0 0-118 0</inkml:trace>
  <inkml:trace contextRef="#ctx0" brushRef="#br0" timeOffset="77411.73">27692 7718 125 0,'0'0'284'0,"0"0"-207"0,0 0-11 0,0 0 21 31,0 0-42-31,0 0-43 16,0 2 1-16,0 22 0 0,0 4 7 16,-4 4 2-16,-1 0 3 15,3 0-4-15,2 0 3 16,0 0-11-16,0-2 4 15,0-3-3-15,2-5-3 0,3-1 1 16,-1-2-4-16,0-5 1 16,-1-6-274-16</inkml:trace>
  <inkml:trace contextRef="#ctx0" brushRef="#br0" timeOffset="78205.92">28151 7708 29 0,'0'0'145'0,"0"0"-99"0,0 0-18 16,0 0-7-16,0 0 24 15,0 0-35-15,-75-19-1 16,59 19 5-16,1 0-2 15,1 9-5-15,1 5 2 16,4 3 6-16,2 6 3 0,2 3 13 16,5 0-21-16,0 0-1 15,0 2 1-15,12-5 4 16,5-1-3-16,8-7-5 0,2-2-2 16,2-8 0-16,-4-5 4 15,-4 0-5-15,-5 0-2 16,-3-5 9-16,-3-13-5 31,-4-7 1-31,-3 0-6 16,1-8 2-16,-2 3 0 0,-2-2 0 15,0 6-1-15,0 6 1 16,0 6 12-16,0 9 24 16,2 2 30-16,-2 3-31 15,0 0-37-15,0 6-3 16,0 16 3-16,2 4 5 0,0 4 1 15,6-2-2-15,-2 2 2 16,3 0 1-16,-2 1-5 16,0-6 2-16,-3-3-2 15,-4 0-1-15,0-1-2 0,0-7-151 16,0-6-351-16</inkml:trace>
  <inkml:trace contextRef="#ctx0" brushRef="#br0" timeOffset="78492.1">28470 7572 427 0,'0'0'67'0,"0"0"-54"0,0 0 6 15,0 0 22-15,0 0 15 16,125 60-9-16,-96-15-23 16,-4 0-4-16,-8 7-2 15,-5-2-6-15,-8-2-9 16,-4-4 2-16,0-2-3 0,-6-3-2 16,-23-5 0 15,-5-4-1-31,-4-4-30 0,0-9-216 15,9-4-228-15</inkml:trace>
  <inkml:trace contextRef="#ctx0" brushRef="#br0" timeOffset="80196.48">29027 7541 232 0,'0'0'158'0,"0"0"-128"16,0 0 26-16,0 0 4 16,0 0 8-1,0 0-26-15,7-34-11 16,-7 34-21-16,0 0 4 15,0 0-7-15,0 0-4 16,0 0-3-16,0 0-1 16,0 17 0-16,0 11 1 15,0 6 2-15,0 2-1 16,0 4 4-16,0 1-5 0,3-4 1 16,-3-2-1-16,0-3 0 15,0-9 5-15,0-4-4 16,0-5-1-16,0-7 1 0,0-5 0 15,0 0 0-15,0-2 3 16,2 0 2-16,2 0 9 31,7-4 0-31,0-10-3 0,7-2-11 16,3 0-1-16,-2 4 0 16,4 0 0-16,-1 5 0 15,3 4-1-15,-4 1-1 16,2 2-2-16,-5 0-1 15,-5 0 5-15,-4 0-1 16,-4 7-3-16,-1 8 2 0,-4 5-3 16,0 0 5-16,0 4-3 15,0-1 2-15,-14-6-1 16,-1 4 2-16,-5-7 0 16,1-5 2-16,-4-2 0 15,0-3 0-15,3-4-1 0,3 0 0 16,3 0 3-16,3 0 1 15,2 0-3-15,2 0-2 16,1-2 3-16,1-7-3 31,-1-2 1-31,4-4 3 0,-3-3-8 16,3-1-5-16,2 1-141 16,0-5-22-16,0 5-142 15</inkml:trace>
  <inkml:trace contextRef="#ctx0" brushRef="#br0" timeOffset="80714.31">29640 7383 223 0,'0'0'191'16,"0"0"-104"-16,0 0-26 15,0 0 6-15,0 0 28 16,0 0-59-1,8-34-17-15,-8 34-13 16,0 0-6-16,-10 5 0 16,-12 18-1-16,-4 6 3 15,1-2-2-15,0 7 1 0,3-4 0 16,0 2 0-16,2-4-1 16,1 1 0-16,4-5-1 15,1-6-23-15,4-6-273 16</inkml:trace>
  <inkml:trace contextRef="#ctx0" brushRef="#br0" timeOffset="80998.38">29413 7339 53 0,'0'0'427'15,"0"0"-338"-15,0 0 1 16,0 0-7-16,0 0-47 16,0 0-27-16,34-2-5 15,-18 25 7-15,3 3-7 16,-3 8 0-16,4-1 4 16,0-1-8-16,-2-1 2 15,-1-4-1-15,2 0 0 0,-8-7 2 16,2-4-3-16,-2-7-95 15,-4-6-149-15,-5-3-197 16</inkml:trace>
  <inkml:trace contextRef="#ctx0" brushRef="#br0" timeOffset="81262.25">29561 7354 286 0,'0'0'105'16,"0"0"-46"-16,0 0 25 16,0 0 28-16,0 0-63 15,0 0-48-15,0-7 3 16,0 29-4-16,0 6 2 16,2 2-1-16,-2 1 4 15,0 3-2-15,0-5-2 0,0 2 2 16,-2-4-3-16,-10 0 4 0,-1-2-4 15,2-8-92 1,-3-5-286-16</inkml:trace>
  <inkml:trace contextRef="#ctx0" brushRef="#br0" timeOffset="81530.93">29268 7543 193 0,'0'0'189'0,"0"0"-135"15,0 0 15-15,0 0-11 16,0 0-32-16,0 0-8 16,143-14-9-16,-83 14-4 15,1 0 3-15,-8 0-6 16,-6 0 2-16,-12 0-4 0,-12 0-1 15,-9 0 1 1,-14 0 0-16,0 0-55 0,0 0-164 16</inkml:trace>
  <inkml:trace contextRef="#ctx0" brushRef="#br0" timeOffset="126191.63">22332 11993 347 0,'0'0'29'15,"0"0"-17"-15,0 0-8 16,0 0 1-16,0 0 50 15,0 0-24-15,0 0-13 0,0 0 0 16,0 0-5 0,0 0 1-16,0 0-1 0,0 0 0 15,0-2-6-15,0 2 2 16,0 0 2-16,0 0 7 0,0 0-1 16,0 0-7-16,0 0 4 15,0 0-2-15,0 0-1 16,0 0 0-16,-8 0-9 15,-9 0-2 1,-8 0 0-16,3 2 0 16,-3 13 0-16,-1 2 1 15,1 4-1-15,-4 8-5 16,0 8 5-16,0 6-1 16,0 10 1-16,4 6 0 15,8 6 3-15,3 7-3 16,12 4 2-16,2-4-1 0,0-2 5 15,18-7-5-15,16-9 1 16,12-6 1-16,10-7-3 16,6-11 1-16,3-5-1 15,-12-8-4-15,-13-9-225 16</inkml:trace>
  <inkml:trace contextRef="#ctx0" brushRef="#br0" timeOffset="128227.09">22658 12168 424 0,'0'0'28'0,"0"0"-14"16,0 0 15-16,0 0-5 15,0 0 37-15,0 0-16 16,0-27-35-16,6 27-8 16,0 2-1-16,5 18 2 15,-5 4 4-15,2 10 1 16,-4 3-4-16,-2 1 0 0,-2 0 7 16,0-4-2-16,0-5-4 15,0-5-2-15,0-6 1 16,0-7 1-16,0-3-2 0,0-6 0 15,0 0-3-15,0-2 2 16,0 0 3-16,0 0-1 31,0 0 7-31,7 0-1 0,7-12 16 16,3-6-18-16,6-4-8 16,1 4 0-16,7 0-4 15,3 4-19-15,1 2-14 16,-1 6 9-16,-3 4 9 15,-2 2 15-15,-4 0 3 16,-8 6-1-16,-3 14-4 16,-6 9 0-16,-8 2 1 15,0 5 4-15,0 1 1 0,0-3 2 16,0-5 2-16,-8-2-4 16,-1-7 5-16,-3-7 2 15,4-1 0-15,-3-5 6 16,-3-3 8-16,-1-4-2 0,-5 0-8 15,-5 0 0-15,0 0 0 16,-2-12-1-16,4-8-1 16,0 0-3-16,5-2 0 0,5-1-2 15,1 4-3-15,3 1-2 32,5 6 1-32,2 2-2 15,2 1-21-15,0 4-131 0,0-3-65 16</inkml:trace>
  <inkml:trace contextRef="#ctx0" brushRef="#br0" timeOffset="129877.42">23301 11863 350 0,'0'0'26'0,"0"0"-15"0,0 0 6 16,0 0 46-16,0 0-27 16,0 0-19-16,0-17-8 15,0 17 8-15,0-3 5 0,0 3 3 16,0 0-15-16,0 0 1 15,0 0-9-15,0 0 0 16,0 0-2 0,-18 12 3-16,-2 5-1 0,2 2-2 15,0 1 0-15,1 4 1 16,1 0-1-16,-2 0 0 0,2 3 0 16,0-6 0-16,6 2-1 0,-1-2 1 15,1 0-9-15,4-5-104 16,-1-5-147-16</inkml:trace>
  <inkml:trace contextRef="#ctx0" brushRef="#br0" timeOffset="130177.6">23071 11857 426 0,'0'0'63'16,"0"0"-37"-16,0 0-20 16,0 0 9-16,0 0 44 15,0 0-25-15,89 12-7 16,-62 12-12-1,2 1 1-15,0 7-9 16,-4 1 1-16,-3-1-7 16,-4-1 0-16,-5-2 1 0,-4-3-4 15,-4-5-110-15,-5-7-106 16</inkml:trace>
  <inkml:trace contextRef="#ctx0" brushRef="#br0" timeOffset="130462.35">23241 11812 336 0,'0'0'74'15,"0"0"-47"-15,0 0-16 16,0 0 15-16,0 0-2 15,0 0-20-15,0 21 6 16,0 6 0-16,0 2-3 16,0 0 0-1,0 0-2-15,2 0-2 16,-2 0-2-16,0 0 1 16,0-6-2-16,0 2-7 15,0-10-177-15</inkml:trace>
  <inkml:trace contextRef="#ctx0" brushRef="#br0" timeOffset="130732.53">23042 12027 160 0,'0'0'227'0,"0"0"-181"0,0 0-40 16,0 0 9-16,0 0 30 16,123-31-13-16,-74 26-23 15,2 2-4-15,-6-2-2 0,-3 1-3 16,-9 1 4-16,-4 3-4 16,-8 0-1-1,-8 0-4-15,-2 0-13 16,-2 0-58-16,-7 0-103 0</inkml:trace>
  <inkml:trace contextRef="#ctx0" brushRef="#br0" timeOffset="135543.04">24032 12371 337 0,'0'0'20'0,"0"0"-13"16,0 0-5-16,0 0 7 16,0 0 8-16,0 0 1 0,0 0-7 15,-18-23-5-15,14 19 0 16,-3 2 0-16,1-3 2 16,-2 2-3-16,2-1-2 0,-3 0 1 15,-2 3 0-15,-2-2 0 16,-6 1 1-16,2 0-1 15,-3 2 1-15,-3 0-3 16,4 0 0 0,-4 0 1-16,1 0 0 15,2 0-2-15,0 0 1 16,-1 8-1-16,2 5-1 16,3 4 0-16,1 5 5 15,-1 2-5-15,7 4 0 0,3 0 1 16,6 1-1-16,0-3 0 15,2-2 0-15,13-4 0 16,7-6 2-16,5-6 0 16,7-6-2-16,1-2 1 15,3 0 5-15,-3-12-6 16,0-9 3-16,-6-1 0 16,-8-3-2-16,-5-4 5 0,-3-2-2 15,-3-1 14-15,-6-3 5 16,0 3 6-16,-4 4 14 0,0 7-11 15,0 4-4-15,0 5-15 16,0 6 1-16,0 4-4 16,0 2 3-16,0 0-11 31,0 0-2-31,0 16-5 16,0 14 5-16,0 5 4 0,5-1-3 15,1-1-1-15,3-3 1 16,1-4-4-16,0-1 4 15,4-2-1-15,-5-5 3 16,-3 1-3-16,3-2-30 16,-2-6-200-16,-2-3-116 0</inkml:trace>
  <inkml:trace contextRef="#ctx0" brushRef="#br0" timeOffset="136778.03">24549 12078 365 0,'0'0'43'15,"0"0"-18"-15,0 0 0 16,0 0 29-16,0 0 9 16,0 0 4-16,5-65-28 0,-5 63-28 15,0 1 4-15,0-1 2 16,0 2-4-16,0 0-6 15,0 0-7-15,0 0-2 16,0 23-3-16,0 15 5 16,0 8 2-16,4 5-2 0,3-1 1 31,-3-4-1-31,3-6 1 16,-4-3-1-16,1-10 0 15,-2-5 1-15,0-6-1 0,0-6 2 16,-2-6-2-16,0-1 1 15,2-3-1-15,-2 0 2 16,0 0 6-16,5 0 0 16,1-11 7-16,6-9-14 15,3 1-1-15,1-1-1 16,5 3-1-16,-2 5-5 0,1 2-5 16,3 8 0-16,-1 2 4 15,2 0 1-15,-1 0 6 16,-1 12-2-16,-7 8 1 15,-6 4-1 1,-4-2-1-16,-5 0-1 16,0 0 3-16,0-6-1 15,-5-2 3-15,-10-1 0 16,-5-3 1-16,-5-5 3 16,1-1-1-16,-1-4 0 15,1 0 2-15,5 0-3 0,2 0 7 16,3-2-1-16,3-11-1 15,5-4-1-15,2 1-4 0,4 0-2 16,0 0-7-16,0 4-78 16,0 2-119-16</inkml:trace>
  <inkml:trace contextRef="#ctx0" brushRef="#br0" timeOffset="137272.67">25272 11860 89 0,'0'0'298'31,"0"0"-236"-31,0 0-50 0,0 0 25 16,0 0 93-16,0 0-64 15,11-23-59-15,-11 37 0 16,-7 12-7-16,-9 8 6 16,-1 2-3-16,1 0 2 15,3 0-3-15,-1 0-1 16,1-2 0-16,-1-4 0 0,3-2 2 15,-3-3-2 1,4-1-1-16,-1-8-37 0,1-6-275 16</inkml:trace>
  <inkml:trace contextRef="#ctx0" brushRef="#br0" timeOffset="137514.53">25098 11891 453 0,'0'0'62'0,"0"0"-12"15,0 0-14-15,0 0 41 16,0 0-11 0,0 0-35-16,149 50-14 15,-100-15-8-15,-2 4 0 0,-3 0-7 16,-3 0 0-16,-10-4-2 15,-4-5-4-15,-12-11-206 16,-6-7-164-16</inkml:trace>
  <inkml:trace contextRef="#ctx0" brushRef="#br0" timeOffset="137744.31">25363 11879 406 0,'0'0'57'15,"0"0"-57"-15,0 0 5 16,0 0 0-16,0 0 2 16,0 0-1-16,-11 131-5 15,11-98 4-15,0 2-3 16,0-5-2-16,0 0-1 0,0-8-11 15,-7-9-272 1</inkml:trace>
  <inkml:trace contextRef="#ctx0" brushRef="#br0" timeOffset="138009.87">25038 12078 403 0,'0'0'56'15,"0"0"-46"-15,0 0 16 16,0 0 46-16,155-17-18 0,-88 15-26 16,4 0-12-1,-3 2-11-15,-8-2-4 0,-9 2-1 16,-11 0 0-16,-6 0-2 15,-7 0-119-15,-10 0-99 16</inkml:trace>
  <inkml:trace contextRef="#ctx0" brushRef="#br0" timeOffset="140654.66">26051 12300 192 0,'0'0'36'16,"0"0"-20"-16,0 0 15 15,0 0 9-15,0 0 16 0,0 0-31 16,5-18-11-16,-5 16 10 16,2 1 17-16,-2-5 5 15,0 5-6-15,0-4-21 16,0 2-5-16,0 1-5 0,0-2 1 16,0 2-9-16,-4-2-1 15,-5-1 2-15,-2 5-1 16,-1 0-1-16,-3 0 1 0,-1-3 1 15,1 3 1-15,-3 0-3 16,-2 0-2-16,0 0 2 16,0 0-1-16,-3 10 2 15,2 9-4-15,0 6 6 16,-1 2-4-16,7 2 1 16,5 2-5-1,3-2 5-15,7 1 0 16,0-2 1-16,0-1-1 15,14-8 5-15,8-4-5 16,7-5 0-16,2-6 1 16,6-4-1-16,-4 0 2 15,-2 0-2-15,-2-12 3 16,-5-7-3-16,-4 0 5 0,-6-7-2 16,-5-2-1-16,-3-1 4 15,-4 5-4-15,-2 0 6 16,0 6 8-16,0 4 2 0,0 5 2 15,0 2 0-15,0 7-8 16,0-2-1-16,0 2-7 16,0 0-3-1,0 0-1-15,0 6-6 16,0 18 6-16,0 6 0 16,0 4 6-16,0 0-4 15,0 1 1-15,5-3-3 16,2 2 1-16,2-4 0 15,-1 2-1-15,1-5 0 0,1 2 0 16,1-9-68-16,-1-3-225 16</inkml:trace>
  <inkml:trace contextRef="#ctx0" brushRef="#br0" timeOffset="143244.12">26631 11976 436 0,'0'0'52'0,"0"0"-26"16,0 0-5-1,0 0 5-15,0 0 71 16,0 0-45-16,0 0-23 16,0-51-15-16,0 51-2 15,0 0-1-15,0 0 5 16,0 0-13-16,0 0-3 16,0 19 0-16,0 25 0 15,-7 7 2-15,1 11 3 0,4-1-4 16,2-5-1-16,0-4 2 15,0-6-2-15,0-4 0 16,0-8 0-16,0-8 1 16,0-8-1-16,0-6 2 15,0-7-2-15,0-3 0 16,0-2 2 0,0 0 1-16,0 0 6 15,4-7 0-15,7-11-5 0,3-6-3 16,1-2-1-16,5 2-1 15,1 5 0-15,0 2 1 16,2 2-3-16,-3 8-2 16,-2 2 4-16,0 5-5 15,-1 0 1-15,-1 0 0 0,-1 5 1 16,-3 9 3-16,-3 4-1 16,-1 3 1-16,-5 2 1 15,-3 1 0-15,0-1 0 16,0-3 0-16,-9-3 0 15,-6 0 0-15,-6-5 1 16,-1-2 0-16,-5-3 2 0,-4-3-1 16,-1 1 2-16,3-5-4 15,4 0 4-15,2 0-4 16,5 0 1 0,5 0 2-16,3-7-2 15,8-2-1-15,2-1-3 0,0-2-119 16,2-5-128-1</inkml:trace>
  <inkml:trace contextRef="#ctx0" brushRef="#br0" timeOffset="143727.5">27295 11891 248 0,'0'0'152'16,"0"0"-112"-16,0 0 13 16,0 0 31-16,0 0 9 0,0 0-37 15,5-38-24 1,-5 38-3-16,0 0-3 0,0 0-26 15,0 22 4-15,-18 10-4 16,-4 5 3-16,1 7 3 0,0-3-5 16,0-2-1-16,3-2 6 15,1-4-6-15,1-5 1 16,3-3-1-16,1-4-5 0,-1-5-142 31,2-9-177-15</inkml:trace>
  <inkml:trace contextRef="#ctx0" brushRef="#br0" timeOffset="143960.54">27066 11860 409 0,'0'0'117'16,"0"0"-107"-16,0 0 12 15,0 0 33-15,0 0 59 16,0 0-70-16,107 58-24 16,-78-25-5-16,-2 1-7 15,0 3 2-15,-1-2-4 16,1 0-2-16,-3-4-2 16,-1-3-2-16,-3-3-56 15,-5-12-248-15</inkml:trace>
  <inkml:trace contextRef="#ctx0" brushRef="#br0" timeOffset="144216.7">27297 11821 300 0,'0'0'134'16,"0"0"-80"-16,0 0-51 15,0 0-2-15,0 0 9 16,0 0 30-16,-12 109-14 0,7-63-11 0,3-3 2 16,0-1-1-16,-1-2-9 15,3-8-5-15,-2-2-2 16,-1-6 0-16,1-3-2 31,-2-11-136-31,0-7-228 0</inkml:trace>
  <inkml:trace contextRef="#ctx0" brushRef="#br0" timeOffset="144514.97">27077 12068 178 0,'0'0'186'15,"0"0"-135"-15,0 0 13 16,0 0 44-16,0 0-13 0,0 0-48 15,-16-22-28-15,36 17-9 16,12 3-8-16,5 2 0 16,6 0 1-16,1 0-3 15,1 0 2-15,-5-2-1 16,-2 2-1 0,-7 0-1-16,-6 0 1 15,-7 0-5-15,-7 0 3 0,-5 0-40 16,-1 0-65-16,-2 6 15 15,1-1-17-15,-4 1-88 16</inkml:trace>
  <inkml:trace contextRef="#ctx0" brushRef="#br0" timeOffset="145096.13">27802 11826 160 0,'0'0'224'16,"0"0"-187"0,0 0-35-16,0 0 31 15,0 0-3-15,0 0 0 16,87 113 12-16,-70-51 4 15,3 8 13-15,-1 6-23 16,-9 1-18-16,-1-1-2 16,-5-10 0-16,-4-3-9 15,0-12-6-15,-17-5 5 0,-14-6-4 16,-10-7 1-16,-9-5 0 16,-8-6-1-16,-9-3-2 0,-7-7-32 15,3-5-154-15,2-7-77 16</inkml:trace>
  <inkml:trace contextRef="#ctx0" brushRef="#br0" timeOffset="146864.07">28678 11518 243 0,'0'0'62'0,"0"0"-48"0,0 0 12 15,0 0-7-15,0 0-6 16,0 0-8-16,-16-4-3 15,3 12 2-15,-5 8 2 16,-2 4 3-16,-4 6 3 16,-6 3-4-16,-1 2 16 15,-2 1-16-15,2 0-2 16,0-1-2-16,2-3-3 16,2-2 0-16,0-3 0 15,0 0 0 1,7-5-1-16,2-6-3 15,7-4-211-15</inkml:trace>
  <inkml:trace contextRef="#ctx0" brushRef="#br0" timeOffset="147193.76">28339 11543 282 0,'0'0'170'0,"0"0"-124"0,0 0-41 15,0 0 34-15,0 0 21 16,0 0-26-16,88 3-10 15,-69 26-4-15,1 2-8 16,2 1-4-16,0 2-7 16,5-1 6-16,2-3-6 0,0-2 4 15,-2-4-3 1,-2-2-2-16,-6-6-157 16,-3-8-136-16</inkml:trace>
  <inkml:trace contextRef="#ctx0" brushRef="#br0" timeOffset="147464.44">28599 11506 398 0,'0'0'82'16,"0"0"-23"-16,0 0 19 15,0 0-18-15,0 0-52 16,0 0-4-16,-2 49-4 16,-2-10 12-16,2 3-5 15,2 1 1-15,0-4-5 0,0 1 2 16,0-1-4-16,0-5-1 16,-2-2 1-16,0-6-1 0,-6-8-108 15,-1-7-269-15</inkml:trace>
  <inkml:trace contextRef="#ctx0" brushRef="#br0" timeOffset="147761.68">28294 11673 321 0,'0'0'54'16,"0"0"-22"0,0 0 62-16,0 0 6 15,0 0-39-15,0 0-51 16,27-9-1-16,17 9 16 0,14 0-13 16,7 0-1-16,4 0-8 15,0 0-2-15,0 0 3 16,-9 0-4-1,-8 0-4-15,-14 0-157 0,-12 3-132 0</inkml:trace>
  <inkml:trace contextRef="#ctx0" brushRef="#br0" timeOffset="155179.59">22693 16575 368 0,'0'0'48'0,"0"0"-34"0,0 0 10 15,0 0 31-15,0 0 5 0,0 0-25 16,8-9-8-16,-5 4 9 15,-1 1 14-15,0 4-7 16,-2-3-6-16,0 3-13 16,0 0-8-16,0 0 3 15,0 0-4-15,0 0-4 16,0-5-3-16,0 5 3 0,0-2-10 16,0-2 3-16,0 4-4 15,0-8 0-15,-4 2 1 16,-3 2 5-16,3-1-6 15,-4 2 0-15,2 3-5 16,-3-4 5-16,-3 4-2 0,-1 0-1 31,-3 0 3-31,3 0 2 16,1 0-2-16,-5 0 0 16,5 0 0-16,-5 0 0 0,0 7-3 15,-1 4 0-15,-2 5 3 16,0 3-1-16,2 1-3 15,0-1 3-15,5 3 0 16,2-2 1-16,3-2 0 16,8 3 0-16,0-3-2 0,0-1 1 15,0 2-2-15,14-6 0 16,7 1 3-16,0-2-2 16,4-7-4-16,0 1 3 15,-1-6 3-15,-2 0 0 16,-2 0 1-16,1 0 0 0,-4 0-1 15,-1-11 3-15,-1 4-2 16,1-7 0-16,-5 0-1 31,1 1 7-31,-3 3-7 16,-5-6-3-16,0 2 3 16,-2 0 7-16,0 7-6 0,-2-7 0 15,0 5-1-15,0 3 5 16,0-2 1-16,0 4-3 0,0 4 3 15,0-2-3-15,0 2 3 16,0 0 5-16,0 0-5 16,0 0-6-16,0 0 1 15,0 0-1-15,0 0 0 16,0 0 0-16,0 0-6 0,3 2 6 16,4 14 0-16,0 4 0 15,-1 1 2-15,1-2-2 16,2 2 2-16,0-2-1 15,-1-1 0-15,4 3 3 16,-1-3-4-16,0 2 0 16,3 0-3-1,1-6-103-15,1-1-197 16</inkml:trace>
  <inkml:trace contextRef="#ctx0" brushRef="#br0" timeOffset="156113.21">23337 16276 417 0,'0'0'61'0,"0"0"-19"0,0 0-17 16,0 0 92-16,0 0-38 16,0 0-35-16,31-46-20 15,-31 46 1-15,0 0 19 16,0 0-7-16,0 0-9 0,0 0-7 16,0 0-14-16,0 0-3 15,0 0-4-15,0 20-2 16,-18 18 2-16,-5 13 4 15,2 2-1-15,-2 10-3 16,5 7 0-16,5-6 0 0,-3 6 1 16,7-1 1-1,5-3-1-15,4 0 1 0,0-8-2 16,11-8 1-16,15-6-1 16,10-4 0-16,5-8 0 0,-1-5-2 15,2-10-23-15,-4-3-89 31,0-9-50-31,-7-5-102 16</inkml:trace>
  <inkml:trace contextRef="#ctx0" brushRef="#br0" timeOffset="157362.9">23836 16670 283 0,'0'0'86'0,"0"0"-49"16,0 0 20-16,0 0 21 15,0 0 23-15,0 0-53 16,14-41-22-16,-14 36-2 0,0 5 12 16,0-9-7-16,0 6 0 15,0-4-10-15,0 0-8 16,0-2-6-16,-8 3-2 16,4-2-1-16,-3 4 1 0,1-1 2 15,-1 0-5-15,-2 1 2 31,-2 1-2-31,2-2 0 16,-5 3 2-16,2 2 0 16,-5 0-2-16,0 0 0 15,1 0 0-15,1 0 0 0,-1 0 0 16,5 0 0-16,-3 10-4 16,1 12 1-16,2 0 2 15,2 4 1-15,2 6-1 0,7 0 1 16,0 0 0-16,0-2-1 15,3-4 1-15,17 3 0 16,5-7-3-16,1-8 2 16,3-2-3-16,2-2-3 15,-2-10 7-15,-2 0 3 16,-5 0-3 0,-1 0-1-16,-4-6 0 15,-3-12 1-15,-3 1 0 16,-5-6 0-16,-2 0 0 15,-4 2 2-15,0 3 2 16,0-4-3-16,0 3 1 16,0 3-1-16,0 6 0 15,0 0-1-15,0 6 0 0,0 4-1 16,0 0 1-16,0 0 3 0,0 0-2 16,0 0-1-1,0 0 0-15,0 0-3 0,0 0 2 16,0 0-3-1,0 0-9-15,0 18 13 16,12 4 5-16,-3 5 6 0,2 0-9 0,0 4 13 16,0-4-9-16,1 4 1 15,-1 1 0-15,-1-6-2 16,-2-2-5-16,-4-2 0 16,3-4 0-16,-5-2-3 15,-2-6-114-15,0-1-171 16</inkml:trace>
  <inkml:trace contextRef="#ctx0" brushRef="#br0" timeOffset="157883.94">24206 16758 342 0,'0'0'58'0,"0"0"-49"15,0 0-1-15,0 0 12 16,0 0 3-16,0 0-13 0,-16-14 0 15,16 14 1-15,0 0 11 16,0 0 0-16,0 0-2 16,3-4-5-16,17 4-5 0,13 0 28 15,7-4-19-15,7 4-8 32,2-5-1-32,-2-3-4 15,2 6 2-15,-4 2-1 16,-12-3-6-16,-8 3-1 15,-15 0-2-15,-5 0-14 0,-5 0-204 16</inkml:trace>
  <inkml:trace contextRef="#ctx0" brushRef="#br0" timeOffset="158215.79">24419 16517 441 0,'0'0'84'0,"0"0"-51"0,0 0 47 16,0 0 31-1,0 0-54-15,0 0-45 0,0-9-11 16,0 21 1-16,4 15 30 15,4 5-8-15,-3 1-4 16,1 2 2-16,0 1-10 16,2-1-4-16,3-4-2 15,-3-1-4-15,0-7 0 0,0-3-1 16,-3-5 0-16,-3 0-1 16,-2-1-6-16,0-6-130 15,0-8-160-15</inkml:trace>
  <inkml:trace contextRef="#ctx0" brushRef="#br0" timeOffset="158817.54">24911 16467 509 0,'0'0'81'0,"0"0"-56"0,0 0 64 15,0 0 8-15,0 0-53 16,0 0-36-16,23-8-1 16,-19 34 4-16,-2 9 11 15,0 2-12-15,-2-1-3 0,2-5 3 16,-2-4-2-16,2-1-5 15,-2-8 1-15,0-4-2 16,0-5-1-16,0-9-1 16,0 3 0-16,2-3 1 15,1 0 0-15,-3 0 4 16,6 0 0 0,8-3-1-16,1-6 4 15,5-5-8-15,3 6 2 16,-1 4-2-16,4 3-4 0,-1 1 2 15,0 0-2 1,-4 0 1-16,-2 4 1 0,-1 9 0 16,-7 6-2-16,-7 3-1 15,-4 0 5-15,0 2 1 0,0 1 1 16,-4-6-2-16,-9-1 0 16,-6 0 4-16,1-10-3 15,1 1-1-15,-3-9 3 16,2 0-2-16,0 0 2 15,2 0-2-15,3 0 2 16,2-9-1 0,2-5-1-16,2-4-1 15,5-2 0-15,2 0-1 16,0 2-86-16,0 1-44 16,0 3-121-16</inkml:trace>
  <inkml:trace contextRef="#ctx0" brushRef="#br0" timeOffset="159262.4">25621 16311 298 0,'0'0'109'0,"0"0"-62"16,0 0 19-16,0 0 55 15,0 0-48-15,0 0-39 16,105 0 9-16,-71 35-14 0,6 9 22 16,-3 11-9-16,-7 3-15 15,-10 0-14-15,-14 0-6 16,-6-4 0-16,0-6-5 16,-29-6 1-16,-15-1 3 0,-7-3-4 15,-5-6-2-15,2-6-12 16,6-8-114-16,5-4-82 15,7-10-166-15</inkml:trace>
  <inkml:trace contextRef="#ctx0" brushRef="#br0" timeOffset="159835.56">26448 16200 491 0,'0'0'75'0,"0"0"-71"16,0 0 34-16,0 0 46 15,0 0-68-15,0 0-8 32,-58 81 2-32,31-50 10 0,4 3-3 15,0 3-3-15,5-1-10 16,0-5-1-16,5 0-3 16,-3-9 0-16,5-5-67 15,-2-2-202-15</inkml:trace>
  <inkml:trace contextRef="#ctx0" brushRef="#br0" timeOffset="160137.68">26180 16172 262 0,'0'0'273'0,"0"0"-145"0,0 0-47 16,0 0 23-16,0 0-21 16,0 0-61-16,33-7-15 15,-5 28 35-15,6 5-19 0,4 6-4 16,1-4-10 0,-1 2-4-16,-1 7-2 0,-6-11 0 15,-8-1-3-15,-4 0 0 16,-11-11-3-16,-3 4-37 15,-5-3-103-15,0-8-135 16,0-3-256-16</inkml:trace>
  <inkml:trace contextRef="#ctx0" brushRef="#br0" timeOffset="160412.38">26332 16204 448 0,'0'0'93'0,"0"0"-33"15,0 0 61-15,0 0-23 16,0 0-65-16,0 0-33 16,0 7 2-16,3 22 4 15,6 3 2-15,-5 7-6 16,-2 1-1-16,0-1 1 15,-2 0-2-15,0-6 0 0,0-4-3 16,0-3-120-16,-6-12-84 16,-10-2-126-16</inkml:trace>
  <inkml:trace contextRef="#ctx0" brushRef="#br0" timeOffset="160737.51">26126 16369 410 0,'0'0'98'0,"0"0"-82"0,0 0 15 0,0 0 51 15,155-30-38-15,-96 25-28 16,5 0-3-16,3 1-4 15,-3-1 2-15,-6 1-2 16,-6-1 4-16,-17 1-1 16,-10-5-3-16,-12 6-4 15,-7 1-2-15,0-1 1 0,-4 3-3 16,-2 0 0-16,0 0-2 16,0 0-5-16,0 0-53 15,-8 3-166-15,-11 2-85 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5-08-29T08:25:34.9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29391 11875 200 0,'0'0'207'0,"0"0"-185"16,0 0-10-16,0 0-1 16,0 0 26-16,0 0-4 15,0 0 60-15,0 0-63 16,0 0-19-16,0-32 11 15,0 28 19-15,0 2-10 16,0-1-9-16,0 3-5 0,0 0-1 16,0 0-5-1,0 0-3-15,0 0-7 0,0 0 4 16,0 0-4-16,0 0 1 16,0 0-2-16,0 0 4 15,0 0-3-15,0 0-1 16,0 0 0-16,0 0 0 15,0 0-2-15,0 0-4 16,0 19 4-16,0 11 2 16,-5 8 2-16,-1 8 3 15,2 9-2-15,-1-2-1 16,0 3 5-16,3 0-1 0,-2-3-4 16,4-3 3-1,-3-3-4-15,3-10 2 0,0-5-2 16,-2-4 0-16,2-7 1 15,-2-8-1-15,2-5 0 16,-2-5 0-16,2-3 1 16,0 0 0-16,0 0 7 15,0 0 6-15,0-11 34 16,0-14-38-16,0-8-6 16,4 1-3-16,9-4-1 15,1 4-1-15,3 1-3 16,2 2 3-16,-1 3-8 15,3 3-6-15,0 6 0 16,4 5 3-16,-1 6-10 16,3 2 7-16,4 4 7 0,-2 0 5 15,-1 10-1-15,-5 14 2 16,-7 6-2-16,-5 2 2 16,-5 3 0-16,-4-3 2 15,-2-3-1-15,0 0 1 16,0-8 2-16,-6-1-3 15,-11-5 0-15,-6-4 2 16,-4-3 4-16,-4-4-1 16,2-2 2-16,-2-2-3 15,0 0 1-15,4 0-1 16,0-7-1-16,2-6-2 16,6 1 0-16,5-2-1 0,5 2-5 15,9 1-44 1,0-1-156-16,0-3-198 0</inkml:trace>
  <inkml:trace contextRef="#ctx0" brushRef="#br0" timeOffset="904.37">30105 11703 266 0,'0'0'41'0,"0"0"-18"16,0 0 38-16,0 0 3 16,0 0-1-16,0 0-37 15,0 0-18-15,0-5 5 16,-19 10-4-16,-8 14 0 16,1 7 14-16,-6 2-1 15,6 3 9-15,0 1-19 16,3-2 1-16,3-1-11 0,2-2-1 15,2-1 0 1,6-4-1-16,-2 1 0 0,-1-6-38 16,4-7-158-16</inkml:trace>
  <inkml:trace contextRef="#ctx0" brushRef="#br0" timeOffset="1156.39">29710 11705 519 0,'0'0'27'0,"0"0"28"16,0 0-6-16,0 0 22 0,0 0-43 16,0 0-16-1,44 28 23-15,-13 7-12 0,0 8-9 16,5-3-8-16,3 0-1 15,3-1-2-15,0-5 0 16,0-5-3-16,-8-7-3 16,-7-8-143-16,-12-9-180 15</inkml:trace>
  <inkml:trace contextRef="#ctx0" brushRef="#br0" timeOffset="1399.98">29984 11648 454 0,'0'0'45'0,"0"0"-16"0,0 0-8 15,0 0-10-15,0 0 65 16,0 0-1-16,-22 119-42 16,22-74-2-16,0 6-12 15,4-5-16-15,0 2 3 16,-2-2-4-16,-2-6-1 15,0-3-1-15,0-13 0 16,-2-9-121-16,-13-6-154 16</inkml:trace>
  <inkml:trace contextRef="#ctx0" brushRef="#br0" timeOffset="1585.61">29663 11898 360 0,'0'0'151'16,"0"0"-86"-16,0 0-28 16,0 0-21-16,0 0 25 15,153-31-26-15,-81 31-11 16,6 0 0-16,0 0-4 16,-7 5-16-16,-8 2-340 15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33DE9-467F-441B-990D-BAC41EDDAE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01A4F1-C20D-4D35-9B9E-1858B5D384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97C75-955C-496F-BEFA-E9568A06CD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BEC2-90E6-4ADC-869C-1F6C91512A03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127724-8B5E-4061-B340-9ADFD3825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0B2CB-7969-4E77-B58F-16824B21C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D3EB9-C71B-4282-BCFC-85DA191D1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85698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398F6-8EB0-42C4-93EE-71292B141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59585-0CF0-44C6-A215-3A622E8CB8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C0A6F-CEF2-4CF1-BF08-D639CB9A8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BEC2-90E6-4ADC-869C-1F6C91512A03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F3DCF-DBA5-4265-9A30-8B8A0CCB8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1E111-CF83-473B-8A02-AB3F49D4A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D3EB9-C71B-4282-BCFC-85DA191D1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692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B7C40-4CD6-41EF-84BA-0E97507E0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E59C8-61D8-45B1-89E5-5C0BE8B76E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BF3E2-1846-4585-B41F-5CF20E2B6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BEC2-90E6-4ADC-869C-1F6C91512A03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13760E-41D2-4723-8CFE-3E87A9075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E9DC6-862C-4A48-9C12-C9B47C57F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D3EB9-C71B-4282-BCFC-85DA191D1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5653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CB6BF-19F4-4CDC-B63C-228C3673F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23E92A-D270-4AE1-A456-D2F16DD431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96245E-3D77-4480-98FC-74B894BF70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AB187B-91A8-461B-86DE-ED8E945D5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BEC2-90E6-4ADC-869C-1F6C91512A03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633A39-6894-4A48-91DC-A9874F577B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C0ABB4-3C8F-4257-9C7B-725502E95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D3EB9-C71B-4282-BCFC-85DA191D1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6617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C42B7-7B74-49E8-9EB1-E6E7FD748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51E77D-DA49-43F5-946A-64818748CD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637D59-98F8-43DD-80FE-38E8942B46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973E02-F4B6-4F41-B365-8EDC608067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33D5F0-4042-4047-B025-2B944BFCDA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551292-93E4-4EF8-B98D-E595B8D9A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BEC2-90E6-4ADC-869C-1F6C91512A03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C34C17-3D47-42FC-9992-1ACE89A88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1E3E34-8443-40EA-9ACA-207EC636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D3EB9-C71B-4282-BCFC-85DA191D1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3734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C1313-6A49-4933-B7B0-13605689E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EAD948-0FD6-4C33-B76B-D13E63A9A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BEC2-90E6-4ADC-869C-1F6C91512A03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A67096-321D-4697-B3E6-740474DEC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D0260C-5406-4672-AB2C-17DAEC82C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D3EB9-C71B-4282-BCFC-85DA191D1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288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7EEECC-E12B-461A-8648-EEAF44593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BEC2-90E6-4ADC-869C-1F6C91512A03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BE915F-E5FF-4EAE-91C9-1E1B30075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6C1620-175A-4083-8DF8-1EEC57D69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D3EB9-C71B-4282-BCFC-85DA191D1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774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CFC77-40EB-4EA8-B6D4-76CE79140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A543D-E4D0-4812-BB93-5E9B170CA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79731F-2F5D-4C52-8AEC-C7672B5E30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9F65AB-5A86-4AC5-8B6A-89D101A18E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BEC2-90E6-4ADC-869C-1F6C91512A03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91C2B5-7C3C-4FB4-BC62-8DFA886C2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04C0CD-307B-46DB-8446-26CDD9590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D3EB9-C71B-4282-BCFC-85DA191D1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14440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0E297-B037-4B38-A3F5-854F1EF69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D73AE5-844E-4EA0-8899-4C41EBDE8E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4BE2D5-3179-4741-B042-220C8D881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3A16BB-3AC1-4FD7-89BB-EFC5320ED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BEC2-90E6-4ADC-869C-1F6C91512A03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6B384F-F126-4003-9A52-1C70BA756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79047-6E03-4118-A7C7-20B575F34E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D3EB9-C71B-4282-BCFC-85DA191D1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00605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44AE8-3F86-4598-A64B-2D716CD88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B17848-FC29-4C51-9C0C-ABD8E35CFB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810F1-60A3-4B45-AF6C-7A202C26A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BEC2-90E6-4ADC-869C-1F6C91512A03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B0BDE-4572-4EC4-82A2-8F0DA0348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6DEAF-AA95-4E4D-B20C-62233FD12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D3EB9-C71B-4282-BCFC-85DA191D1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4292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9C7C720-C019-405E-90FC-EB589D290B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9059DE-2FDE-4AD8-93AC-3D45F16FC7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187EF-2519-4905-B0A3-A08C18C59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9BEC2-90E6-4ADC-869C-1F6C91512A03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00217-C33F-4C3A-BAC5-24F701701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C99DAD-EB60-47E7-9FAE-7F18D04FD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0D3EB9-C71B-4282-BCFC-85DA191D1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504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E5AAFA-2B38-427E-821F-F16943D2A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B8CE7B-E270-4DEB-9EFD-4919F77593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929F62-C1DC-491F-B6D4-E406ECED6D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9BEC2-90E6-4ADC-869C-1F6C91512A03}" type="datetimeFigureOut">
              <a:rPr lang="en-IN" smtClean="0"/>
              <a:t>29-08-2025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DFF967-74C5-43A6-B3EE-9C9B30D0BB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93338-9B64-4267-8B80-2205AF0D95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0D3EB9-C71B-4282-BCFC-85DA191D1A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974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3.wmf"/><Relationship Id="rId7" Type="http://schemas.openxmlformats.org/officeDocument/2006/relationships/image" Target="../media/image5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4.bin"/><Relationship Id="rId9" Type="http://schemas.openxmlformats.org/officeDocument/2006/relationships/image" Target="../media/image6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380.png"/><Relationship Id="rId7" Type="http://schemas.openxmlformats.org/officeDocument/2006/relationships/customXml" Target="../ink/ink4.xml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5" Type="http://schemas.openxmlformats.org/officeDocument/2006/relationships/image" Target="../media/image990.png"/><Relationship Id="rId4" Type="http://schemas.openxmlformats.org/officeDocument/2006/relationships/customXml" Target="../ink/ink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8.xml"/><Relationship Id="rId5" Type="http://schemas.openxmlformats.org/officeDocument/2006/relationships/image" Target="../media/image10.png"/><Relationship Id="rId4" Type="http://schemas.openxmlformats.org/officeDocument/2006/relationships/customXml" Target="../ink/ink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customXml" Target="../ink/ink10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9B391-4972-4139-8196-DE37968BD9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D08BF9-1DA0-4E38-99F5-C40E4576BF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11720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7A550C-6DC7-46F3-A59A-2FD908293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Regular Expression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26A00C-6618-4D98-941C-0EA78D5D0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altLang="en-US" i="1" dirty="0">
                <a:solidFill>
                  <a:srgbClr val="FF0066"/>
                </a:solidFill>
              </a:rPr>
              <a:t>Regular expressions</a:t>
            </a:r>
            <a:r>
              <a:rPr lang="en-US" altLang="en-US" dirty="0"/>
              <a:t>  are an algebraic way to describe languages.</a:t>
            </a:r>
          </a:p>
          <a:p>
            <a:pPr algn="just"/>
            <a:r>
              <a:rPr lang="en-US" altLang="en-US" dirty="0"/>
              <a:t>They describe exactly the regular languages.</a:t>
            </a:r>
          </a:p>
          <a:p>
            <a:pPr algn="just"/>
            <a:r>
              <a:rPr lang="en-US" altLang="en-US" dirty="0"/>
              <a:t>If E is a regular expression, then L(E) is the language it defines.</a:t>
            </a:r>
          </a:p>
          <a:p>
            <a:pPr algn="just"/>
            <a:r>
              <a:rPr lang="en-US" altLang="en-US" dirty="0"/>
              <a:t>Example:</a:t>
            </a:r>
          </a:p>
          <a:p>
            <a:pPr algn="just"/>
            <a:endParaRPr lang="en-IN" dirty="0"/>
          </a:p>
          <a:p>
            <a:pPr marL="1371600" lvl="3" indent="0">
              <a:buNone/>
            </a:pPr>
            <a:r>
              <a:rPr lang="en-US" altLang="en-US" sz="2800" dirty="0"/>
              <a:t>  describes the language</a:t>
            </a:r>
          </a:p>
          <a:p>
            <a:pPr marL="1371600" lvl="3" indent="0">
              <a:buNone/>
            </a:pP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8563187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50EF9-0E5F-4C62-8F3C-771AEDACA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466F4-4388-4F7F-B0AF-D34E423004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Primitive regular expressions:</a:t>
            </a:r>
          </a:p>
          <a:p>
            <a:r>
              <a:rPr lang="en-IN" dirty="0"/>
              <a:t>Given regular expressions r1 and r2: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 marL="3200400" lvl="7" indent="0">
              <a:buNone/>
            </a:pPr>
            <a:r>
              <a:rPr lang="en-US" altLang="en-US" sz="2400" dirty="0"/>
              <a:t> Are regular expressions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390F9921-8A68-496B-B356-E620F5474D1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3582499"/>
              </p:ext>
            </p:extLst>
          </p:nvPr>
        </p:nvGraphicFramePr>
        <p:xfrm>
          <a:off x="6096000" y="1825625"/>
          <a:ext cx="20828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82600" imgH="533160" progId="Equation.3">
                  <p:embed/>
                </p:oleObj>
              </mc:Choice>
              <mc:Fallback>
                <p:oleObj name="Equation" r:id="rId2" imgW="2082600" imgH="533160" progId="Equation.3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390F9921-8A68-496B-B356-E620F5474D1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1825625"/>
                        <a:ext cx="20828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7">
            <a:extLst>
              <a:ext uri="{FF2B5EF4-FFF2-40B4-BE49-F238E27FC236}">
                <a16:creationId xmlns:a16="http://schemas.microsoft.com/office/drawing/2014/main" id="{5B327D4B-133A-4C02-8479-C0C459187F0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69209209"/>
              </p:ext>
            </p:extLst>
          </p:nvPr>
        </p:nvGraphicFramePr>
        <p:xfrm>
          <a:off x="2530430" y="3024836"/>
          <a:ext cx="1168400" cy="289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68200" imgH="2895480" progId="Equation.3">
                  <p:embed/>
                </p:oleObj>
              </mc:Choice>
              <mc:Fallback>
                <p:oleObj name="Equation" r:id="rId4" imgW="1168200" imgH="2895480" progId="Equation.3">
                  <p:embed/>
                  <p:pic>
                    <p:nvPicPr>
                      <p:cNvPr id="7" name="Object 7">
                        <a:extLst>
                          <a:ext uri="{FF2B5EF4-FFF2-40B4-BE49-F238E27FC236}">
                            <a16:creationId xmlns:a16="http://schemas.microsoft.com/office/drawing/2014/main" id="{5B327D4B-133A-4C02-8479-C0C459187F0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0430" y="3024836"/>
                        <a:ext cx="1168400" cy="289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AutoShape 8">
            <a:extLst>
              <a:ext uri="{FF2B5EF4-FFF2-40B4-BE49-F238E27FC236}">
                <a16:creationId xmlns:a16="http://schemas.microsoft.com/office/drawing/2014/main" id="{EC5BBF58-9FCA-4C7C-A2F0-4709BCC402CF}"/>
              </a:ext>
            </a:extLst>
          </p:cNvPr>
          <p:cNvSpPr>
            <a:spLocks/>
          </p:cNvSpPr>
          <p:nvPr/>
        </p:nvSpPr>
        <p:spPr bwMode="auto">
          <a:xfrm>
            <a:off x="3574960" y="3101036"/>
            <a:ext cx="533400" cy="2743200"/>
          </a:xfrm>
          <a:prstGeom prst="rightBrace">
            <a:avLst>
              <a:gd name="adj1" fmla="val 4285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8612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57403-1550-4139-87FF-C3DBD25A1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4462A-2E0B-4FA6-BEE1-74C593381F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700" y="1638300"/>
            <a:ext cx="10515600" cy="4686300"/>
          </a:xfrm>
        </p:spPr>
        <p:txBody>
          <a:bodyPr/>
          <a:lstStyle/>
          <a:p>
            <a:r>
              <a:rPr lang="en-US" altLang="en-US" dirty="0"/>
              <a:t>For regular expressions   r1    and r2</a:t>
            </a:r>
          </a:p>
          <a:p>
            <a:endParaRPr lang="en-IN" dirty="0"/>
          </a:p>
        </p:txBody>
      </p:sp>
      <p:graphicFrame>
        <p:nvGraphicFramePr>
          <p:cNvPr id="5" name="Object 6">
            <a:extLst>
              <a:ext uri="{FF2B5EF4-FFF2-40B4-BE49-F238E27FC236}">
                <a16:creationId xmlns:a16="http://schemas.microsoft.com/office/drawing/2014/main" id="{0E5AD133-2D60-49F9-B2DE-201C9B273DA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0839527"/>
              </p:ext>
            </p:extLst>
          </p:nvPr>
        </p:nvGraphicFramePr>
        <p:xfrm>
          <a:off x="1809750" y="2528888"/>
          <a:ext cx="49022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902120" imgH="571320" progId="Equation.3">
                  <p:embed/>
                </p:oleObj>
              </mc:Choice>
              <mc:Fallback>
                <p:oleObj name="Equation" r:id="rId2" imgW="4902120" imgH="571320" progId="Equation.3">
                  <p:embed/>
                  <p:pic>
                    <p:nvPicPr>
                      <p:cNvPr id="5" name="Object 6">
                        <a:extLst>
                          <a:ext uri="{FF2B5EF4-FFF2-40B4-BE49-F238E27FC236}">
                            <a16:creationId xmlns:a16="http://schemas.microsoft.com/office/drawing/2014/main" id="{0E5AD133-2D60-49F9-B2DE-201C9B273DA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750" y="2528888"/>
                        <a:ext cx="49022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8">
            <a:extLst>
              <a:ext uri="{FF2B5EF4-FFF2-40B4-BE49-F238E27FC236}">
                <a16:creationId xmlns:a16="http://schemas.microsoft.com/office/drawing/2014/main" id="{AC975765-CA67-4E5A-8D5B-50D94FA6CA4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33600" y="3505200"/>
          <a:ext cx="42545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254480" imgH="571320" progId="Equation.3">
                  <p:embed/>
                </p:oleObj>
              </mc:Choice>
              <mc:Fallback>
                <p:oleObj name="Equation" r:id="rId4" imgW="4254480" imgH="571320" progId="Equation.3">
                  <p:embed/>
                  <p:pic>
                    <p:nvPicPr>
                      <p:cNvPr id="6" name="Object 8">
                        <a:extLst>
                          <a:ext uri="{FF2B5EF4-FFF2-40B4-BE49-F238E27FC236}">
                            <a16:creationId xmlns:a16="http://schemas.microsoft.com/office/drawing/2014/main" id="{AC975765-CA67-4E5A-8D5B-50D94FA6CA4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3600" y="3505200"/>
                        <a:ext cx="42545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9">
            <a:extLst>
              <a:ext uri="{FF2B5EF4-FFF2-40B4-BE49-F238E27FC236}">
                <a16:creationId xmlns:a16="http://schemas.microsoft.com/office/drawing/2014/main" id="{E6F343CD-9045-4731-81B6-619306F7B18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4648200"/>
          <a:ext cx="33401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40080" imgH="571320" progId="Equation.3">
                  <p:embed/>
                </p:oleObj>
              </mc:Choice>
              <mc:Fallback>
                <p:oleObj name="Equation" r:id="rId6" imgW="3340080" imgH="571320" progId="Equation.3">
                  <p:embed/>
                  <p:pic>
                    <p:nvPicPr>
                      <p:cNvPr id="7" name="Object 9">
                        <a:extLst>
                          <a:ext uri="{FF2B5EF4-FFF2-40B4-BE49-F238E27FC236}">
                            <a16:creationId xmlns:a16="http://schemas.microsoft.com/office/drawing/2014/main" id="{E6F343CD-9045-4731-81B6-619306F7B18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4648200"/>
                        <a:ext cx="33401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10">
            <a:extLst>
              <a:ext uri="{FF2B5EF4-FFF2-40B4-BE49-F238E27FC236}">
                <a16:creationId xmlns:a16="http://schemas.microsoft.com/office/drawing/2014/main" id="{5833B5EE-6571-4B3C-A18A-3EB86349759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38400" y="5791200"/>
          <a:ext cx="27686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768400" imgH="571320" progId="Equation.3">
                  <p:embed/>
                </p:oleObj>
              </mc:Choice>
              <mc:Fallback>
                <p:oleObj name="Equation" r:id="rId8" imgW="2768400" imgH="571320" progId="Equation.3">
                  <p:embed/>
                  <p:pic>
                    <p:nvPicPr>
                      <p:cNvPr id="8" name="Object 10">
                        <a:extLst>
                          <a:ext uri="{FF2B5EF4-FFF2-40B4-BE49-F238E27FC236}">
                            <a16:creationId xmlns:a16="http://schemas.microsoft.com/office/drawing/2014/main" id="{5833B5EE-6571-4B3C-A18A-3EB86349759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5791200"/>
                        <a:ext cx="27686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238461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FECD3-AB71-4B5B-83CB-1C3511847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75033"/>
          </a:xfrm>
        </p:spPr>
        <p:txBody>
          <a:bodyPr>
            <a:normAutofit fontScale="90000"/>
          </a:bodyPr>
          <a:lstStyle/>
          <a:p>
            <a: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Some RE Examples</a:t>
            </a:r>
            <a:br>
              <a:rPr kumimoji="0" lang="en-US" altLang="en-US" sz="4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7E1EEFC-A715-42BB-9ADE-6DDC8794AC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4898939"/>
              </p:ext>
            </p:extLst>
          </p:nvPr>
        </p:nvGraphicFramePr>
        <p:xfrm>
          <a:off x="1416676" y="1210615"/>
          <a:ext cx="8886423" cy="5327712"/>
        </p:xfrm>
        <a:graphic>
          <a:graphicData uri="http://schemas.openxmlformats.org/drawingml/2006/table">
            <a:tbl>
              <a:tblPr/>
              <a:tblGrid>
                <a:gridCol w="1996694">
                  <a:extLst>
                    <a:ext uri="{9D8B030D-6E8A-4147-A177-3AD203B41FA5}">
                      <a16:colId xmlns:a16="http://schemas.microsoft.com/office/drawing/2014/main" val="621605730"/>
                    </a:ext>
                  </a:extLst>
                </a:gridCol>
                <a:gridCol w="6889729">
                  <a:extLst>
                    <a:ext uri="{9D8B030D-6E8A-4147-A177-3AD203B41FA5}">
                      <a16:colId xmlns:a16="http://schemas.microsoft.com/office/drawing/2014/main" val="1171573412"/>
                    </a:ext>
                  </a:extLst>
                </a:gridCol>
              </a:tblGrid>
              <a:tr h="512121">
                <a:tc>
                  <a:txBody>
                    <a:bodyPr/>
                    <a:lstStyle/>
                    <a:p>
                      <a:pPr algn="ctr" fontAlgn="t"/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Regular Expressions</a:t>
                      </a:r>
                    </a:p>
                  </a:txBody>
                  <a:tcPr marL="48348" marR="48348" marT="48348" marB="4834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6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Regular Set</a:t>
                      </a:r>
                    </a:p>
                  </a:txBody>
                  <a:tcPr marL="48348" marR="48348" marT="48348" marB="4834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8873697"/>
                  </a:ext>
                </a:extLst>
              </a:tr>
              <a:tr h="311726"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 + 10*)</a:t>
                      </a:r>
                    </a:p>
                  </a:txBody>
                  <a:tcPr marL="48348" marR="48348" marT="48348" marB="4834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 = { 0, 1, 10, 100, 1000, 10000, … }</a:t>
                      </a:r>
                    </a:p>
                  </a:txBody>
                  <a:tcPr marL="48348" marR="48348" marT="48348" marB="4834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7128096"/>
                  </a:ext>
                </a:extLst>
              </a:tr>
              <a:tr h="311726"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(0*10*)</a:t>
                      </a:r>
                    </a:p>
                  </a:txBody>
                  <a:tcPr marL="48348" marR="48348" marT="48348" marB="4834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 = {1, 01, 10, 010, 0010, …}</a:t>
                      </a:r>
                    </a:p>
                  </a:txBody>
                  <a:tcPr marL="48348" marR="48348" marT="48348" marB="4834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8367976"/>
                  </a:ext>
                </a:extLst>
              </a:tr>
              <a:tr h="311726">
                <a:tc>
                  <a:txBody>
                    <a:bodyPr/>
                    <a:lstStyle/>
                    <a:p>
                      <a:pPr algn="ctr" fontAlgn="t"/>
                      <a:r>
                        <a:rPr lang="el-GR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(0 + ε)(1 + ε)</a:t>
                      </a:r>
                    </a:p>
                  </a:txBody>
                  <a:tcPr marL="48348" marR="48348" marT="48348" marB="4834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l-GR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 = {ε, 0, 1, 01}</a:t>
                      </a:r>
                    </a:p>
                  </a:txBody>
                  <a:tcPr marL="48348" marR="48348" marT="48348" marB="4834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983409"/>
                  </a:ext>
                </a:extLst>
              </a:tr>
              <a:tr h="712517"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(a+b)*</a:t>
                      </a:r>
                    </a:p>
                  </a:txBody>
                  <a:tcPr marL="48348" marR="48348" marT="48348" marB="4834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 of strings of a’s and b’s of any length including the null string. So L = { ε, a, b, aa , ab , bb ,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aaa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…….}</a:t>
                      </a:r>
                    </a:p>
                  </a:txBody>
                  <a:tcPr marL="48348" marR="48348" marT="48348" marB="4834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9813305"/>
                  </a:ext>
                </a:extLst>
              </a:tr>
              <a:tr h="712517"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IN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a+b</a:t>
                      </a: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)*abb</a:t>
                      </a:r>
                    </a:p>
                  </a:txBody>
                  <a:tcPr marL="48348" marR="48348" marT="48348" marB="4834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 of strings of a’s and b’s ending with the string abb. So L = {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abb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aabb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babb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aaabb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ababb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…………..}</a:t>
                      </a:r>
                    </a:p>
                  </a:txBody>
                  <a:tcPr marL="48348" marR="48348" marT="48348" marB="4834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4301036"/>
                  </a:ext>
                </a:extLst>
              </a:tr>
              <a:tr h="512121"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(11)*</a:t>
                      </a:r>
                    </a:p>
                  </a:txBody>
                  <a:tcPr marL="48348" marR="48348" marT="48348" marB="4834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 consisting of even number of 1’s including empty string, So L= {ε, 11, 1111, 111111, ……….}</a:t>
                      </a:r>
                    </a:p>
                  </a:txBody>
                  <a:tcPr marL="48348" marR="48348" marT="48348" marB="4834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2404962"/>
                  </a:ext>
                </a:extLst>
              </a:tr>
              <a:tr h="712517"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(aa)*(bb)*b</a:t>
                      </a:r>
                    </a:p>
                  </a:txBody>
                  <a:tcPr marL="48348" marR="48348" marT="48348" marB="4834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 of strings consisting of even number of a’s followed by odd number of b’s , so L = {b,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aab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aabbb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aabbbbb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aaaab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aaaabbb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…………..}</a:t>
                      </a:r>
                    </a:p>
                  </a:txBody>
                  <a:tcPr marL="48348" marR="48348" marT="48348" marB="4834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5214781"/>
                  </a:ext>
                </a:extLst>
              </a:tr>
              <a:tr h="912911">
                <a:tc>
                  <a:txBody>
                    <a:bodyPr/>
                    <a:lstStyle/>
                    <a:p>
                      <a:pPr algn="ctr" fontAlgn="t"/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(aa + ab + </a:t>
                      </a:r>
                      <a:r>
                        <a:rPr lang="en-IN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</a:t>
                      </a:r>
                      <a:r>
                        <a:rPr lang="en-IN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+ bb)*</a:t>
                      </a:r>
                    </a:p>
                  </a:txBody>
                  <a:tcPr marL="48348" marR="48348" marT="48348" marB="4834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String of a’s and b’s of even length can be obtained by concatenating any combination of the strings aa, ab,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bb including null, so L = {aa, ab,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bb,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aaab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aaba</a:t>
                      </a:r>
                      <a:r>
                        <a:rPr lang="en-US" sz="18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…………..}</a:t>
                      </a:r>
                    </a:p>
                  </a:txBody>
                  <a:tcPr marL="48348" marR="48348" marT="48348" marB="48348">
                    <a:lnL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58431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26237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C7C3F-2EAD-48EC-A697-54743D7B0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D481D-0F1C-418E-B7E9-62A65B2AF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4101"/>
            <a:ext cx="10515600" cy="4592862"/>
          </a:xfrm>
        </p:spPr>
        <p:txBody>
          <a:bodyPr>
            <a:normAutofit/>
          </a:bodyPr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the R.E where input alphabet is {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and the length of the string is exactly 2?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the R.E where input alphabet is {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and the length of the string is at least 2?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1EC43B-16DF-481E-8224-5481469FC83C}"/>
              </a:ext>
            </a:extLst>
          </p:cNvPr>
          <p:cNvGrpSpPr/>
          <p:nvPr/>
        </p:nvGrpSpPr>
        <p:grpSpPr>
          <a:xfrm>
            <a:off x="2302766" y="2108366"/>
            <a:ext cx="90360" cy="25560"/>
            <a:chOff x="2302766" y="2108366"/>
            <a:chExt cx="90360" cy="2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1B5DE04-21B9-4D94-B296-E42F3A1A924A}"/>
                    </a:ext>
                  </a:extLst>
                </p14:cNvPr>
                <p14:cNvContentPartPr/>
                <p14:nvPr/>
              </p14:nvContentPartPr>
              <p14:xfrm>
                <a:off x="2302766" y="2124926"/>
                <a:ext cx="4680" cy="21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1B5DE04-21B9-4D94-B296-E42F3A1A924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293766" y="2116286"/>
                  <a:ext cx="2232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F1BCB16-047A-4F40-9FB6-52712345271B}"/>
                    </a:ext>
                  </a:extLst>
                </p14:cNvPr>
                <p14:cNvContentPartPr/>
                <p14:nvPr/>
              </p14:nvContentPartPr>
              <p14:xfrm>
                <a:off x="2361446" y="2108366"/>
                <a:ext cx="31680" cy="255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F1BCB16-047A-4F40-9FB6-52712345271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52806" y="2099366"/>
                  <a:ext cx="49320" cy="4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37ABE96-47AF-4096-BD75-77B2C8D57BCE}"/>
                  </a:ext>
                </a:extLst>
              </p14:cNvPr>
              <p14:cNvContentPartPr/>
              <p14:nvPr/>
            </p14:nvContentPartPr>
            <p14:xfrm>
              <a:off x="3667166" y="2220326"/>
              <a:ext cx="36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37ABE96-47AF-4096-BD75-77B2C8D57BC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58166" y="2211326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68D07FA-E405-66FB-9E1E-0BAEFB82F3E3}"/>
                  </a:ext>
                </a:extLst>
              </p14:cNvPr>
              <p14:cNvContentPartPr/>
              <p14:nvPr/>
            </p14:nvContentPartPr>
            <p14:xfrm>
              <a:off x="3536280" y="2089440"/>
              <a:ext cx="5295600" cy="2988997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68D07FA-E405-66FB-9E1E-0BAEFB82F3E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526920" y="2080080"/>
                <a:ext cx="5314320" cy="300771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99376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943372-550D-DC20-45FF-A2791B620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09074"/>
            <a:ext cx="10515600" cy="6448925"/>
          </a:xfrm>
        </p:spPr>
        <p:txBody>
          <a:bodyPr/>
          <a:lstStyle/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the R.E where input alphabet is {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and the length of the string is at most 2?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the R.E where input alphabet is {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and the length of the string is even?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the R.E where input alphabet is {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a,b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 and the length of the string is odd?</a:t>
            </a:r>
          </a:p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7BEF494-C25A-25DA-85E6-73D7C8585098}"/>
                  </a:ext>
                </a:extLst>
              </p14:cNvPr>
              <p14:cNvContentPartPr/>
              <p14:nvPr/>
            </p14:nvContentPartPr>
            <p14:xfrm>
              <a:off x="3938040" y="1107360"/>
              <a:ext cx="4411440" cy="463464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7BEF494-C25A-25DA-85E6-73D7C858509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928680" y="1098000"/>
                <a:ext cx="4430160" cy="4653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31987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EDD82B-9D23-4B71-8891-0C6364E66A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69701"/>
            <a:ext cx="10515600" cy="5769736"/>
          </a:xfrm>
        </p:spPr>
        <p:txBody>
          <a:bodyPr/>
          <a:lstStyle/>
          <a:p>
            <a:pPr algn="just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the R.E where input alphabet is {a, b} and the length of the string is divisible by 3?</a:t>
            </a:r>
          </a:p>
          <a:p>
            <a:pPr algn="just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the R.E where w={a, b} and |w| mod 3 =2?</a:t>
            </a:r>
          </a:p>
          <a:p>
            <a:pPr algn="just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the R.E where input alphabet is {a, b} and the number of a’s have to exactly 2?</a:t>
            </a: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BA31526D-3CCC-39E7-369F-FDE76D7EEEFE}"/>
                  </a:ext>
                </a:extLst>
              </p14:cNvPr>
              <p14:cNvContentPartPr/>
              <p14:nvPr/>
            </p14:nvContentPartPr>
            <p14:xfrm>
              <a:off x="5911560" y="1285920"/>
              <a:ext cx="4420440" cy="4287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BA31526D-3CCC-39E7-369F-FDE76D7EEEF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902200" y="1276560"/>
                <a:ext cx="4439160" cy="44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E367DF9-4DCE-16DB-FD51-03CC8703110C}"/>
                  </a:ext>
                </a:extLst>
              </p14:cNvPr>
              <p14:cNvContentPartPr/>
              <p14:nvPr/>
            </p14:nvContentPartPr>
            <p14:xfrm>
              <a:off x="2330640" y="2821680"/>
              <a:ext cx="4152600" cy="509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E367DF9-4DCE-16DB-FD51-03CC8703110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21280" y="2812320"/>
                <a:ext cx="4171320" cy="52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819E0316-20A2-342E-2D73-6FB3983C381C}"/>
                  </a:ext>
                </a:extLst>
              </p14:cNvPr>
              <p14:cNvContentPartPr/>
              <p14:nvPr/>
            </p14:nvContentPartPr>
            <p14:xfrm>
              <a:off x="5518440" y="4786200"/>
              <a:ext cx="1473840" cy="4557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819E0316-20A2-342E-2D73-6FB3983C381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09080" y="4776840"/>
                <a:ext cx="1492560" cy="474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40529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EDD82B-9D23-4B71-8891-0C6364E66A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79828"/>
                <a:ext cx="10515600" cy="6059609"/>
              </a:xfrm>
            </p:spPr>
            <p:txBody>
              <a:bodyPr/>
              <a:lstStyle/>
              <a:p>
                <a:pPr algn="just"/>
                <a:r>
                  <a:rPr lang="en-I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Write the R.E where input alphabet is {a, b} and the number of a’s have to at least 2?</a:t>
                </a:r>
              </a:p>
              <a:p>
                <a:pPr algn="just"/>
                <a:endPara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Write the R.E where input alphabet is {a, b} and the number of a’s have to at most 2?</a:t>
                </a:r>
              </a:p>
              <a:p>
                <a:pPr algn="just"/>
                <a:endPara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Write a R.E over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I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IN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d>
                      <m:dPr>
                        <m:begChr m:val="{"/>
                        <m:endChr m:val="}"/>
                        <m:ctrlPr>
                          <a:rPr lang="en-IN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3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I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the no. of a’s are even.</a:t>
                </a:r>
              </a:p>
              <a:p>
                <a:pPr algn="just"/>
                <a:endPara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IN" sz="3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r>
                  <a:rPr lang="en-I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Write a R.E over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IN" sz="320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IN" sz="3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nary>
                    <m:d>
                      <m:dPr>
                        <m:begChr m:val="{"/>
                        <m:endChr m:val="}"/>
                        <m:ctrlPr>
                          <a:rPr lang="en-IN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32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3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32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r>
                  <a:rPr lang="en-IN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set of strings start with a.</a:t>
                </a:r>
              </a:p>
              <a:p>
                <a:pPr algn="just"/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just"/>
                <a:endParaRPr lang="en-IN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FEDD82B-9D23-4B71-8891-0C6364E66A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79828"/>
                <a:ext cx="10515600" cy="6059609"/>
              </a:xfrm>
              <a:blipFill>
                <a:blip r:embed="rId2"/>
                <a:stretch>
                  <a:fillRect l="-1333" t="-2213" r="-14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F539181-231F-30C0-EBD1-13CF53E4F399}"/>
                  </a:ext>
                </a:extLst>
              </p14:cNvPr>
              <p14:cNvContentPartPr/>
              <p14:nvPr/>
            </p14:nvContentPartPr>
            <p14:xfrm>
              <a:off x="7488000" y="1152720"/>
              <a:ext cx="3459240" cy="502056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F539181-231F-30C0-EBD1-13CF53E4F39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478640" y="1143360"/>
                <a:ext cx="3477960" cy="503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413172D-AAEA-DC4B-0FB4-66D1FB1E05C4}"/>
                  </a:ext>
                </a:extLst>
              </p14:cNvPr>
              <p14:cNvContentPartPr/>
              <p14:nvPr/>
            </p14:nvContentPartPr>
            <p14:xfrm>
              <a:off x="10566360" y="4193280"/>
              <a:ext cx="298080" cy="29952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413172D-AAEA-DC4B-0FB4-66D1FB1E05C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557000" y="4183920"/>
                <a:ext cx="316800" cy="318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46011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algn="just"/>
            <a:endParaRPr lang="en-US" dirty="0"/>
          </a:p>
          <a:p>
            <a:pPr lvl="0" algn="just"/>
            <a:endParaRPr lang="en-US" sz="2000" dirty="0"/>
          </a:p>
          <a:p>
            <a:pPr algn="just"/>
            <a:endParaRPr lang="en-US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CD687B-F65D-4D5D-9BF1-3D10740EC99B}" type="datetime1">
              <a:rPr lang="en-US" smtClean="0"/>
              <a:t>8/29/2025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2415540" y="0"/>
            <a:ext cx="8938260" cy="8382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3200" dirty="0"/>
              <a:t>Regular Expression(RE)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76350" y="990602"/>
            <a:ext cx="981456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/>
            <a:r>
              <a:rPr lang="en-US" sz="2000" dirty="0"/>
              <a:t>Formally a regular expression is defined recursively as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Any terminal symbol (i.e. an element of ∑:), Ɛ and </a:t>
            </a:r>
            <a:r>
              <a:rPr lang="en-US" sz="2000" dirty="0">
                <a:sym typeface="Symbol"/>
              </a:rPr>
              <a:t></a:t>
            </a:r>
            <a:r>
              <a:rPr lang="en-US" sz="2000" dirty="0"/>
              <a:t> are regular expressions. When we view </a:t>
            </a:r>
            <a:r>
              <a:rPr lang="en-US" sz="2000" i="1" dirty="0"/>
              <a:t>a in </a:t>
            </a:r>
            <a:r>
              <a:rPr lang="en-US" sz="2000" dirty="0"/>
              <a:t> ∑</a:t>
            </a:r>
            <a:r>
              <a:rPr lang="en-US" sz="2000" i="1" dirty="0"/>
              <a:t> as a regular expression, we </a:t>
            </a:r>
            <a:r>
              <a:rPr lang="en-US" sz="2000" b="1" i="1" dirty="0"/>
              <a:t>denote </a:t>
            </a:r>
            <a:r>
              <a:rPr lang="en-US" sz="2000" b="1" dirty="0"/>
              <a:t>it by a.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 The union of two regular expressions R1 and R2• written as </a:t>
            </a:r>
            <a:r>
              <a:rPr lang="en-US" sz="2000" b="1" dirty="0"/>
              <a:t>R1+ R2, is also a regular expression.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The concatenation of two regular expressions R1 and R2, written as </a:t>
            </a:r>
            <a:r>
              <a:rPr lang="en-US" sz="2000" b="1" dirty="0"/>
              <a:t>R1 R2, is also a regular expression</a:t>
            </a:r>
            <a:r>
              <a:rPr lang="en-US" sz="20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The iteration (or closure) of a regular expression R written as </a:t>
            </a:r>
            <a:r>
              <a:rPr lang="en-US" sz="2000" b="1" dirty="0"/>
              <a:t>R*, is also a regular expression.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i="1" dirty="0"/>
              <a:t>If R is a regular expression, then </a:t>
            </a:r>
            <a:r>
              <a:rPr lang="en-US" sz="2000" b="1" i="1" dirty="0"/>
              <a:t>(R) is also a regular expression</a:t>
            </a:r>
            <a:r>
              <a:rPr lang="en-US" sz="2000" i="1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The regular expressions over ∑ are precisely those obtained recursively by the application of the rules </a:t>
            </a:r>
            <a:r>
              <a:rPr lang="en-US" sz="2000" i="1" dirty="0"/>
              <a:t>1-5 once or several times.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ED1F9E-9D7D-4E0C-9266-7C4B4E0F3A5A}" type="datetime1">
              <a:rPr lang="en-US" smtClean="0"/>
              <a:t>8/29/2025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2415540" y="0"/>
            <a:ext cx="8938260" cy="8382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3200" dirty="0"/>
              <a:t>Regular Expression(RE)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76350" y="990604"/>
            <a:ext cx="9814560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3366FF"/>
                </a:solidFill>
              </a:rPr>
              <a:t>Basis 1</a:t>
            </a:r>
            <a:r>
              <a:rPr lang="en-US" sz="2000" dirty="0"/>
              <a:t>: If </a:t>
            </a:r>
            <a:r>
              <a:rPr lang="en-US" sz="2000" i="1" dirty="0"/>
              <a:t>a</a:t>
            </a:r>
            <a:r>
              <a:rPr lang="en-US" sz="2000" dirty="0"/>
              <a:t>  is any symbol, then </a:t>
            </a:r>
            <a:r>
              <a:rPr lang="en-US" sz="2000" b="1" dirty="0"/>
              <a:t>a</a:t>
            </a:r>
            <a:r>
              <a:rPr lang="en-US" sz="2000" dirty="0"/>
              <a:t> is a RE, and L(</a:t>
            </a:r>
            <a:r>
              <a:rPr lang="en-US" sz="2000" b="1" dirty="0"/>
              <a:t>a</a:t>
            </a:r>
            <a:r>
              <a:rPr lang="en-US" sz="2000" dirty="0"/>
              <a:t>) = {a}.</a:t>
            </a:r>
          </a:p>
          <a:p>
            <a:pPr lvl="1"/>
            <a:r>
              <a:rPr lang="en-US" sz="2000" dirty="0">
                <a:solidFill>
                  <a:srgbClr val="CC3300"/>
                </a:solidFill>
              </a:rPr>
              <a:t>Note</a:t>
            </a:r>
            <a:r>
              <a:rPr lang="en-US" sz="2000" dirty="0"/>
              <a:t>: {a} is the language containing one string, and that string is of length 1.</a:t>
            </a:r>
          </a:p>
          <a:p>
            <a:r>
              <a:rPr lang="en-US" sz="2000" dirty="0">
                <a:solidFill>
                  <a:srgbClr val="3366FF"/>
                </a:solidFill>
              </a:rPr>
              <a:t>Basis 2</a:t>
            </a:r>
            <a:r>
              <a:rPr lang="en-US" sz="2000" dirty="0"/>
              <a:t>: ε is a RE, and L(ε) = {ε}.</a:t>
            </a:r>
          </a:p>
          <a:p>
            <a:r>
              <a:rPr lang="en-US" sz="2000" dirty="0">
                <a:solidFill>
                  <a:srgbClr val="3366FF"/>
                </a:solidFill>
              </a:rPr>
              <a:t>Basis 3</a:t>
            </a:r>
            <a:r>
              <a:rPr lang="en-US" sz="2000" dirty="0"/>
              <a:t>: </a:t>
            </a:r>
            <a:r>
              <a:rPr lang="en-US" sz="2800" dirty="0"/>
              <a:t>∅</a:t>
            </a:r>
            <a:r>
              <a:rPr lang="en-US" sz="2000" dirty="0"/>
              <a:t> is a RE, and L(</a:t>
            </a:r>
            <a:r>
              <a:rPr lang="en-US" sz="2800" dirty="0"/>
              <a:t>∅</a:t>
            </a:r>
            <a:r>
              <a:rPr lang="en-US" sz="2000" dirty="0"/>
              <a:t>) = </a:t>
            </a:r>
            <a:r>
              <a:rPr lang="en-US" sz="2800" dirty="0"/>
              <a:t>∅</a:t>
            </a:r>
            <a:r>
              <a:rPr lang="en-US" sz="2000" dirty="0"/>
              <a:t>.</a:t>
            </a:r>
          </a:p>
          <a:p>
            <a:r>
              <a:rPr lang="en-US" sz="2000" dirty="0">
                <a:solidFill>
                  <a:srgbClr val="3366FF"/>
                </a:solidFill>
              </a:rPr>
              <a:t>Induction 1</a:t>
            </a:r>
            <a:r>
              <a:rPr lang="en-US" sz="2000" dirty="0"/>
              <a:t>: If E</a:t>
            </a:r>
            <a:r>
              <a:rPr lang="en-US" sz="2000" baseline="-25000" dirty="0"/>
              <a:t>1</a:t>
            </a:r>
            <a:r>
              <a:rPr lang="en-US" sz="2000" dirty="0"/>
              <a:t> and E</a:t>
            </a:r>
            <a:r>
              <a:rPr lang="en-US" sz="2000" baseline="-25000" dirty="0"/>
              <a:t>2</a:t>
            </a:r>
            <a:r>
              <a:rPr lang="en-US" sz="2000" dirty="0"/>
              <a:t> are regular expressions, then E</a:t>
            </a:r>
            <a:r>
              <a:rPr lang="en-US" sz="2000" baseline="-25000" dirty="0"/>
              <a:t>1</a:t>
            </a:r>
            <a:r>
              <a:rPr lang="en-US" sz="2000" dirty="0"/>
              <a:t>+E</a:t>
            </a:r>
            <a:r>
              <a:rPr lang="en-US" sz="2000" baseline="-25000" dirty="0"/>
              <a:t>2</a:t>
            </a:r>
            <a:r>
              <a:rPr lang="en-US" sz="2000" dirty="0"/>
              <a:t> is a regular expression, and L(E</a:t>
            </a:r>
            <a:r>
              <a:rPr lang="en-US" sz="2000" baseline="-25000" dirty="0"/>
              <a:t>1</a:t>
            </a:r>
            <a:r>
              <a:rPr lang="en-US" sz="2000" dirty="0"/>
              <a:t>+E</a:t>
            </a:r>
            <a:r>
              <a:rPr lang="en-US" sz="2000" baseline="-25000" dirty="0"/>
              <a:t>2</a:t>
            </a:r>
            <a:r>
              <a:rPr lang="en-US" sz="2000" dirty="0"/>
              <a:t>) = L(E</a:t>
            </a:r>
            <a:r>
              <a:rPr lang="en-US" sz="2000" baseline="-25000" dirty="0"/>
              <a:t>1</a:t>
            </a:r>
            <a:r>
              <a:rPr lang="en-US" sz="2000" dirty="0"/>
              <a:t>)</a:t>
            </a:r>
            <a:r>
              <a:rPr lang="en-US" sz="2000" dirty="0">
                <a:sym typeface="Symbol" pitchFamily="18" charset="2"/>
              </a:rPr>
              <a:t></a:t>
            </a:r>
            <a:r>
              <a:rPr lang="en-US" sz="2000" dirty="0"/>
              <a:t>L(E</a:t>
            </a:r>
            <a:r>
              <a:rPr lang="en-US" sz="2000" baseline="-25000" dirty="0"/>
              <a:t>2</a:t>
            </a:r>
            <a:r>
              <a:rPr lang="en-US" sz="2000" dirty="0"/>
              <a:t>).</a:t>
            </a:r>
          </a:p>
          <a:p>
            <a:r>
              <a:rPr lang="en-US" sz="2000" dirty="0">
                <a:solidFill>
                  <a:srgbClr val="3366FF"/>
                </a:solidFill>
              </a:rPr>
              <a:t>Induction 2</a:t>
            </a:r>
            <a:r>
              <a:rPr lang="en-US" sz="2000" dirty="0"/>
              <a:t>: If E</a:t>
            </a:r>
            <a:r>
              <a:rPr lang="en-US" sz="2000" baseline="-25000" dirty="0"/>
              <a:t>1</a:t>
            </a:r>
            <a:r>
              <a:rPr lang="en-US" sz="2000" dirty="0"/>
              <a:t> and E</a:t>
            </a:r>
            <a:r>
              <a:rPr lang="en-US" sz="2000" baseline="-25000" dirty="0"/>
              <a:t>2</a:t>
            </a:r>
            <a:r>
              <a:rPr lang="en-US" sz="2000" dirty="0"/>
              <a:t> are regular expressions, then E</a:t>
            </a:r>
            <a:r>
              <a:rPr lang="en-US" sz="2000" baseline="-25000" dirty="0"/>
              <a:t>1</a:t>
            </a:r>
            <a:r>
              <a:rPr lang="en-US" sz="2000" dirty="0"/>
              <a:t>E</a:t>
            </a:r>
            <a:r>
              <a:rPr lang="en-US" sz="2000" baseline="-25000" dirty="0"/>
              <a:t>2</a:t>
            </a:r>
            <a:r>
              <a:rPr lang="en-US" sz="2000" dirty="0"/>
              <a:t> is a regular expression, and L(E</a:t>
            </a:r>
            <a:r>
              <a:rPr lang="en-US" sz="2000" baseline="-25000" dirty="0"/>
              <a:t>1</a:t>
            </a:r>
            <a:r>
              <a:rPr lang="en-US" sz="2000" dirty="0"/>
              <a:t>E</a:t>
            </a:r>
            <a:r>
              <a:rPr lang="en-US" sz="2000" baseline="-25000" dirty="0"/>
              <a:t>2</a:t>
            </a:r>
            <a:r>
              <a:rPr lang="en-US" sz="2000" dirty="0"/>
              <a:t>) = L(E</a:t>
            </a:r>
            <a:r>
              <a:rPr lang="en-US" sz="2000" baseline="-25000" dirty="0"/>
              <a:t>1</a:t>
            </a:r>
            <a:r>
              <a:rPr lang="en-US" sz="2000" dirty="0"/>
              <a:t>)L(E</a:t>
            </a:r>
            <a:r>
              <a:rPr lang="en-US" sz="2000" baseline="-25000" dirty="0"/>
              <a:t>2</a:t>
            </a:r>
            <a:r>
              <a:rPr lang="en-US" sz="2000" dirty="0"/>
              <a:t>).</a:t>
            </a:r>
          </a:p>
          <a:p>
            <a:endParaRPr lang="en-US" dirty="0"/>
          </a:p>
        </p:txBody>
      </p:sp>
      <p:sp>
        <p:nvSpPr>
          <p:cNvPr id="11" name="Text Box 4"/>
          <p:cNvSpPr txBox="1">
            <a:spLocks noChangeArrowheads="1"/>
          </p:cNvSpPr>
          <p:nvPr/>
        </p:nvSpPr>
        <p:spPr bwMode="auto">
          <a:xfrm>
            <a:off x="1276351" y="3826307"/>
            <a:ext cx="523598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sz="2000" i="1" dirty="0">
                <a:solidFill>
                  <a:srgbClr val="FF0066"/>
                </a:solidFill>
              </a:rPr>
              <a:t>Concatenation </a:t>
            </a:r>
            <a:r>
              <a:rPr lang="en-US" sz="2000" dirty="0"/>
              <a:t>: the set of strings </a:t>
            </a:r>
            <a:r>
              <a:rPr lang="en-US" sz="2000" dirty="0" err="1"/>
              <a:t>wx</a:t>
            </a:r>
            <a:r>
              <a:rPr lang="en-US" sz="2000" dirty="0"/>
              <a:t> such that w</a:t>
            </a:r>
          </a:p>
          <a:p>
            <a:r>
              <a:rPr lang="en-US" sz="2000" dirty="0"/>
              <a:t>Is in L(E</a:t>
            </a:r>
            <a:r>
              <a:rPr lang="en-US" sz="2000" baseline="-25000" dirty="0"/>
              <a:t>1</a:t>
            </a:r>
            <a:r>
              <a:rPr lang="en-US" sz="2000" dirty="0"/>
              <a:t>) and x is in L(E</a:t>
            </a:r>
            <a:r>
              <a:rPr lang="en-US" sz="2000" baseline="-25000" dirty="0"/>
              <a:t>2</a:t>
            </a:r>
            <a:r>
              <a:rPr lang="en-US" sz="2000" dirty="0"/>
              <a:t>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3DCF1-374F-4500-962C-225869D10DF3}" type="datetime1">
              <a:rPr lang="en-US" smtClean="0"/>
              <a:t>8/29/2025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22" name="Title 1"/>
          <p:cNvSpPr txBox="1">
            <a:spLocks/>
          </p:cNvSpPr>
          <p:nvPr/>
        </p:nvSpPr>
        <p:spPr>
          <a:xfrm>
            <a:off x="2415540" y="0"/>
            <a:ext cx="8938260" cy="83820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3200" dirty="0"/>
              <a:t>Regular Expression(RE)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76350" y="990604"/>
            <a:ext cx="98145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3366FF"/>
                </a:solidFill>
              </a:rPr>
              <a:t>Induction 3</a:t>
            </a:r>
            <a:r>
              <a:rPr lang="en-US" sz="2400" dirty="0"/>
              <a:t>: If E is a RE, then E* is a RE, and L(E*) = (L(E))*.</a:t>
            </a: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1451610" y="1752604"/>
            <a:ext cx="911352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en-US" sz="2400" i="1" dirty="0">
                <a:solidFill>
                  <a:srgbClr val="FF0066"/>
                </a:solidFill>
              </a:rPr>
              <a:t>Closure</a:t>
            </a:r>
            <a:r>
              <a:rPr lang="en-US" sz="2000" dirty="0"/>
              <a:t>, or “</a:t>
            </a:r>
            <a:r>
              <a:rPr lang="en-US" sz="2000" dirty="0" err="1"/>
              <a:t>Kleene</a:t>
            </a:r>
            <a:r>
              <a:rPr lang="en-US" sz="2000" dirty="0"/>
              <a:t> closure” = set of strings</a:t>
            </a:r>
          </a:p>
          <a:p>
            <a:r>
              <a:rPr lang="en-US" sz="2000" dirty="0"/>
              <a:t>w</a:t>
            </a:r>
            <a:r>
              <a:rPr lang="en-US" sz="2000" baseline="-25000" dirty="0"/>
              <a:t>1</a:t>
            </a:r>
            <a:r>
              <a:rPr lang="en-US" sz="2000" dirty="0"/>
              <a:t>w</a:t>
            </a:r>
            <a:r>
              <a:rPr lang="en-US" sz="2000" baseline="-25000" dirty="0"/>
              <a:t>2</a:t>
            </a:r>
            <a:r>
              <a:rPr lang="en-US" sz="2000" dirty="0"/>
              <a:t>…</a:t>
            </a:r>
            <a:r>
              <a:rPr lang="en-US" sz="2000" dirty="0" err="1"/>
              <a:t>w</a:t>
            </a:r>
            <a:r>
              <a:rPr lang="en-US" sz="2000" baseline="-25000" dirty="0" err="1"/>
              <a:t>n</a:t>
            </a:r>
            <a:r>
              <a:rPr lang="en-US" sz="2000" dirty="0"/>
              <a:t>, for some n </a:t>
            </a:r>
            <a:r>
              <a:rPr lang="en-US" sz="2000" u="sng" dirty="0"/>
              <a:t>&gt;</a:t>
            </a:r>
            <a:r>
              <a:rPr lang="en-US" sz="2000" dirty="0"/>
              <a:t> 0, where each </a:t>
            </a:r>
            <a:r>
              <a:rPr lang="en-US" sz="2000" dirty="0" err="1"/>
              <a:t>w</a:t>
            </a:r>
            <a:r>
              <a:rPr lang="en-US" sz="2000" baseline="-25000" dirty="0" err="1"/>
              <a:t>i</a:t>
            </a:r>
            <a:r>
              <a:rPr lang="en-US" sz="2000" dirty="0"/>
              <a:t> is</a:t>
            </a:r>
          </a:p>
          <a:p>
            <a:r>
              <a:rPr lang="en-US" sz="2000" dirty="0"/>
              <a:t>in L(E).</a:t>
            </a:r>
          </a:p>
          <a:p>
            <a:r>
              <a:rPr lang="en-US" sz="2000" dirty="0">
                <a:solidFill>
                  <a:srgbClr val="CC3300"/>
                </a:solidFill>
              </a:rPr>
              <a:t>Note</a:t>
            </a:r>
            <a:r>
              <a:rPr lang="en-US" sz="2000" dirty="0"/>
              <a:t>: when n=0, the string is ε.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3095" y="3708874"/>
            <a:ext cx="464439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/>
              <a:t>Precedence</a:t>
            </a:r>
            <a:r>
              <a:rPr lang="en-US" sz="2000" b="1" dirty="0"/>
              <a:t> of Operators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51610" y="4267200"/>
            <a:ext cx="885063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Parentheses </a:t>
            </a:r>
            <a:r>
              <a:rPr lang="en-US" dirty="0"/>
              <a:t>may</a:t>
            </a:r>
            <a:r>
              <a:rPr lang="en-US" sz="2000" dirty="0"/>
              <a:t> be used wherever needed to influence the grouping of operators.</a:t>
            </a:r>
          </a:p>
          <a:p>
            <a:r>
              <a:rPr lang="en-US" sz="2000" dirty="0"/>
              <a:t>Order of precedence is * (highest), then concatenation, then + (lowest).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7FFB9-7DB0-4EA3-8FE6-AAC4E79E50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8854" y="350950"/>
            <a:ext cx="10515600" cy="6061053"/>
          </a:xfrm>
        </p:spPr>
        <p:txBody>
          <a:bodyPr>
            <a:normAutofit/>
          </a:bodyPr>
          <a:lstStyle/>
          <a:p>
            <a:pPr algn="just"/>
            <a:r>
              <a:rPr lang="en-IN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Given R, P, L, Q as regular expressions, the following identities hold −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6E7106-1BDA-4C59-89BD-F383A0DE6D7D}"/>
              </a:ext>
            </a:extLst>
          </p:cNvPr>
          <p:cNvSpPr txBox="1"/>
          <p:nvPr/>
        </p:nvSpPr>
        <p:spPr>
          <a:xfrm>
            <a:off x="51816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53614E-C82B-4EE4-AE39-F0839065556F}"/>
              </a:ext>
            </a:extLst>
          </p:cNvPr>
          <p:cNvSpPr txBox="1"/>
          <p:nvPr/>
        </p:nvSpPr>
        <p:spPr>
          <a:xfrm>
            <a:off x="5181600" y="3210059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D1EF76-CC91-4A24-A1F3-89519C24FBB8}"/>
              </a:ext>
            </a:extLst>
          </p:cNvPr>
          <p:cNvSpPr txBox="1"/>
          <p:nvPr/>
        </p:nvSpPr>
        <p:spPr>
          <a:xfrm>
            <a:off x="5181600" y="3210059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42FD4E9-4936-4952-8DBB-CB51248E2650}"/>
              </a:ext>
            </a:extLst>
          </p:cNvPr>
          <p:cNvSpPr txBox="1"/>
          <p:nvPr/>
        </p:nvSpPr>
        <p:spPr>
          <a:xfrm>
            <a:off x="4387939" y="1686565"/>
            <a:ext cx="7804061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)* = (a*b*)* = (a*+b*)* = (</a:t>
            </a:r>
            <a:r>
              <a:rPr lang="en-IN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a+b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*)* = a*(</a:t>
            </a:r>
            <a:r>
              <a:rPr lang="en-IN" sz="24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*)*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 + ∅ = ∅ + R = R (The identity for union)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l-GR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ε = ε 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 = R (The identity for concatenation)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∅ L = L ∅ = ∅ (The annihilator for concatenation)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 + R = R (Idempotent law)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 (M + N) = LM + LN (Left distributive law)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(M + N) L = ML + NL (Right distributive law)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l-GR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ε + 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RR* = </a:t>
            </a:r>
            <a:r>
              <a:rPr lang="el-GR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ε + </a:t>
            </a: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R*R = R*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06FD11-0837-47E7-9061-5D46A0335D0B}"/>
              </a:ext>
            </a:extLst>
          </p:cNvPr>
          <p:cNvSpPr txBox="1"/>
          <p:nvPr/>
        </p:nvSpPr>
        <p:spPr>
          <a:xfrm>
            <a:off x="5181600" y="2971800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880EF1-9272-44F1-A641-C211846C49FA}"/>
              </a:ext>
            </a:extLst>
          </p:cNvPr>
          <p:cNvSpPr txBox="1"/>
          <p:nvPr/>
        </p:nvSpPr>
        <p:spPr>
          <a:xfrm>
            <a:off x="5181600" y="3210059"/>
            <a:ext cx="914400" cy="914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4E687F-555D-4B1D-9F2B-C3C3CE9E3D82}"/>
              </a:ext>
            </a:extLst>
          </p:cNvPr>
          <p:cNvSpPr txBox="1"/>
          <p:nvPr/>
        </p:nvSpPr>
        <p:spPr>
          <a:xfrm>
            <a:off x="789907" y="1686565"/>
            <a:ext cx="2743200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∅* = </a:t>
            </a:r>
            <a:r>
              <a:rPr lang="el-GR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ε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l-GR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ε* = ε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RR* = R*R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R*R* = R*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(R*)* = R*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RR* = R*R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(PQ)*P =P(QP)*</a:t>
            </a:r>
            <a:endParaRPr lang="en-IN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9020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3197</TotalTime>
  <Words>1226</Words>
  <Application>Microsoft Office PowerPoint</Application>
  <PresentationFormat>Widescreen</PresentationFormat>
  <Paragraphs>121</Paragraphs>
  <Slides>13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Calibri Light</vt:lpstr>
      <vt:lpstr>Cambria Math</vt:lpstr>
      <vt:lpstr>Times New Roman</vt:lpstr>
      <vt:lpstr>Office Theme</vt:lpstr>
      <vt:lpstr>Equation</vt:lpstr>
      <vt:lpstr>Regular Expressions</vt:lpstr>
      <vt:lpstr>Regular Expression</vt:lpstr>
      <vt:lpstr>RE definition</vt:lpstr>
      <vt:lpstr>RE Definition</vt:lpstr>
      <vt:lpstr>Some RE Examples </vt:lpstr>
      <vt:lpstr>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Simranjit Singh</dc:creator>
  <cp:lastModifiedBy>Rajnish Chaturvedi</cp:lastModifiedBy>
  <cp:revision>11</cp:revision>
  <dcterms:created xsi:type="dcterms:W3CDTF">2020-09-09T01:01:52Z</dcterms:created>
  <dcterms:modified xsi:type="dcterms:W3CDTF">2025-08-29T08:28:22Z</dcterms:modified>
</cp:coreProperties>
</file>