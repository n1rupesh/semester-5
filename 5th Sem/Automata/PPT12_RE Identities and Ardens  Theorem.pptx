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89" r:id="rId9"/>
    <p:sldId id="437" r:id="rId10"/>
    <p:sldId id="438" r:id="rId11"/>
    <p:sldId id="439" r:id="rId12"/>
    <p:sldId id="440" r:id="rId13"/>
    <p:sldId id="441" r:id="rId14"/>
    <p:sldId id="44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14C3C-ECC6-47CC-8E8F-9FBE96749677}" v="60" dt="2022-09-16T09:29:38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ranjit" userId="2e0607b0-f894-409e-bc5e-dd11296ae8bf" providerId="ADAL" clId="{7D651738-2156-4B07-A46B-DFF35A16F85A}"/>
    <pc:docChg chg="custSel delSld modSld">
      <pc:chgData name="Simranjit" userId="2e0607b0-f894-409e-bc5e-dd11296ae8bf" providerId="ADAL" clId="{7D651738-2156-4B07-A46B-DFF35A16F85A}" dt="2020-09-14T08:59:42.725" v="54" actId="27636"/>
      <pc:docMkLst>
        <pc:docMk/>
      </pc:docMkLst>
      <pc:sldChg chg="modSp mod">
        <pc:chgData name="Simranjit" userId="2e0607b0-f894-409e-bc5e-dd11296ae8bf" providerId="ADAL" clId="{7D651738-2156-4B07-A46B-DFF35A16F85A}" dt="2020-09-14T08:59:42.725" v="54" actId="27636"/>
        <pc:sldMkLst>
          <pc:docMk/>
          <pc:sldMk cId="3165150457" sldId="256"/>
        </pc:sldMkLst>
        <pc:spChg chg="mod">
          <ac:chgData name="Simranjit" userId="2e0607b0-f894-409e-bc5e-dd11296ae8bf" providerId="ADAL" clId="{7D651738-2156-4B07-A46B-DFF35A16F85A}" dt="2020-09-14T08:59:42.725" v="54" actId="27636"/>
          <ac:spMkLst>
            <pc:docMk/>
            <pc:sldMk cId="3165150457" sldId="256"/>
            <ac:spMk id="2" creationId="{0B4AB73C-22E2-4201-A3C9-36FF1FC2B6AD}"/>
          </ac:spMkLst>
        </pc:spChg>
      </pc:sldChg>
      <pc:sldChg chg="del">
        <pc:chgData name="Simranjit" userId="2e0607b0-f894-409e-bc5e-dd11296ae8bf" providerId="ADAL" clId="{7D651738-2156-4B07-A46B-DFF35A16F85A}" dt="2020-09-14T02:51:21.499" v="0" actId="47"/>
        <pc:sldMkLst>
          <pc:docMk/>
          <pc:sldMk cId="3231793194" sldId="270"/>
        </pc:sldMkLst>
      </pc:sldChg>
    </pc:docChg>
  </pc:docChgLst>
  <pc:docChgLst>
    <pc:chgData name="Simranjit Singh" userId="2e0607b0-f894-409e-bc5e-dd11296ae8bf" providerId="ADAL" clId="{FFC14C3C-ECC6-47CC-8E8F-9FBE96749677}"/>
    <pc:docChg chg="undo custSel modSld">
      <pc:chgData name="Simranjit Singh" userId="2e0607b0-f894-409e-bc5e-dd11296ae8bf" providerId="ADAL" clId="{FFC14C3C-ECC6-47CC-8E8F-9FBE96749677}" dt="2022-09-16T09:29:38.987" v="332"/>
      <pc:docMkLst>
        <pc:docMk/>
      </pc:docMkLst>
      <pc:sldChg chg="addSp delSp modSp mod">
        <pc:chgData name="Simranjit Singh" userId="2e0607b0-f894-409e-bc5e-dd11296ae8bf" providerId="ADAL" clId="{FFC14C3C-ECC6-47CC-8E8F-9FBE96749677}" dt="2022-09-16T09:29:38.987" v="332"/>
        <pc:sldMkLst>
          <pc:docMk/>
          <pc:sldMk cId="2469020361" sldId="264"/>
        </pc:sldMkLst>
        <pc:spChg chg="add del">
          <ac:chgData name="Simranjit Singh" userId="2e0607b0-f894-409e-bc5e-dd11296ae8bf" providerId="ADAL" clId="{FFC14C3C-ECC6-47CC-8E8F-9FBE96749677}" dt="2022-09-15T06:29:10.896" v="161" actId="478"/>
          <ac:spMkLst>
            <pc:docMk/>
            <pc:sldMk cId="2469020361" sldId="264"/>
            <ac:spMk id="4" creationId="{386E7106-1BDA-4C59-89BD-F383A0DE6D7D}"/>
          </ac:spMkLst>
        </pc:spChg>
        <pc:spChg chg="add del">
          <ac:chgData name="Simranjit Singh" userId="2e0607b0-f894-409e-bc5e-dd11296ae8bf" providerId="ADAL" clId="{FFC14C3C-ECC6-47CC-8E8F-9FBE96749677}" dt="2022-09-15T06:29:10.896" v="161" actId="478"/>
          <ac:spMkLst>
            <pc:docMk/>
            <pc:sldMk cId="2469020361" sldId="264"/>
            <ac:spMk id="5" creationId="{1953614E-C82B-4EE4-AE39-F0839065556F}"/>
          </ac:spMkLst>
        </pc:spChg>
        <pc:spChg chg="add del">
          <ac:chgData name="Simranjit Singh" userId="2e0607b0-f894-409e-bc5e-dd11296ae8bf" providerId="ADAL" clId="{FFC14C3C-ECC6-47CC-8E8F-9FBE96749677}" dt="2022-09-15T06:29:10.896" v="161" actId="478"/>
          <ac:spMkLst>
            <pc:docMk/>
            <pc:sldMk cId="2469020361" sldId="264"/>
            <ac:spMk id="6" creationId="{FFD1EF76-CC91-4A24-A1F3-89519C24FBB8}"/>
          </ac:spMkLst>
        </pc:spChg>
        <pc:spChg chg="add del">
          <ac:chgData name="Simranjit Singh" userId="2e0607b0-f894-409e-bc5e-dd11296ae8bf" providerId="ADAL" clId="{FFC14C3C-ECC6-47CC-8E8F-9FBE96749677}" dt="2022-09-15T06:29:10.896" v="161" actId="478"/>
          <ac:spMkLst>
            <pc:docMk/>
            <pc:sldMk cId="2469020361" sldId="264"/>
            <ac:spMk id="8" creationId="{8606FD11-0837-47E7-9061-5D46A0335D0B}"/>
          </ac:spMkLst>
        </pc:spChg>
        <pc:spChg chg="add del">
          <ac:chgData name="Simranjit Singh" userId="2e0607b0-f894-409e-bc5e-dd11296ae8bf" providerId="ADAL" clId="{FFC14C3C-ECC6-47CC-8E8F-9FBE96749677}" dt="2022-09-15T06:29:10.896" v="161" actId="478"/>
          <ac:spMkLst>
            <pc:docMk/>
            <pc:sldMk cId="2469020361" sldId="264"/>
            <ac:spMk id="9" creationId="{8E880EF1-9272-44F1-A641-C211846C49FA}"/>
          </ac:spMkLst>
        </pc:spChg>
        <pc:spChg chg="add del">
          <ac:chgData name="Simranjit Singh" userId="2e0607b0-f894-409e-bc5e-dd11296ae8bf" providerId="ADAL" clId="{FFC14C3C-ECC6-47CC-8E8F-9FBE96749677}" dt="2022-09-15T06:28:09.223" v="145" actId="478"/>
          <ac:spMkLst>
            <pc:docMk/>
            <pc:sldMk cId="2469020361" sldId="264"/>
            <ac:spMk id="10" creationId="{384E687F-555D-4B1D-9F2B-C3C3CE9E3D82}"/>
          </ac:spMkLst>
        </pc:spChg>
        <pc:grpChg chg="del mod">
          <ac:chgData name="Simranjit Singh" userId="2e0607b0-f894-409e-bc5e-dd11296ae8bf" providerId="ADAL" clId="{FFC14C3C-ECC6-47CC-8E8F-9FBE96749677}" dt="2022-09-16T09:23:35.966" v="171"/>
          <ac:grpSpMkLst>
            <pc:docMk/>
            <pc:sldMk cId="2469020361" sldId="264"/>
            <ac:grpSpMk id="6" creationId="{BB62AD97-DE6E-4FB6-A9ED-F5D34005B2DC}"/>
          </ac:grpSpMkLst>
        </pc:grpChg>
        <pc:grpChg chg="mod">
          <ac:chgData name="Simranjit Singh" userId="2e0607b0-f894-409e-bc5e-dd11296ae8bf" providerId="ADAL" clId="{FFC14C3C-ECC6-47CC-8E8F-9FBE96749677}" dt="2022-09-16T09:23:35.966" v="171"/>
          <ac:grpSpMkLst>
            <pc:docMk/>
            <pc:sldMk cId="2469020361" sldId="264"/>
            <ac:grpSpMk id="12" creationId="{30E5BBD7-22B9-4A29-B1F9-E8883D3D1EE3}"/>
          </ac:grpSpMkLst>
        </pc:grpChg>
        <pc:grpChg chg="del mod">
          <ac:chgData name="Simranjit Singh" userId="2e0607b0-f894-409e-bc5e-dd11296ae8bf" providerId="ADAL" clId="{FFC14C3C-ECC6-47CC-8E8F-9FBE96749677}" dt="2022-09-15T05:32:56.699" v="12"/>
          <ac:grpSpMkLst>
            <pc:docMk/>
            <pc:sldMk cId="2469020361" sldId="264"/>
            <ac:grpSpMk id="13" creationId="{422768D7-64E5-4623-BB4D-13AF758014C9}"/>
          </ac:grpSpMkLst>
        </pc:grpChg>
        <pc:grpChg chg="mod">
          <ac:chgData name="Simranjit Singh" userId="2e0607b0-f894-409e-bc5e-dd11296ae8bf" providerId="ADAL" clId="{FFC14C3C-ECC6-47CC-8E8F-9FBE96749677}" dt="2022-09-16T09:23:42.706" v="178"/>
          <ac:grpSpMkLst>
            <pc:docMk/>
            <pc:sldMk cId="2469020361" sldId="264"/>
            <ac:grpSpMk id="19" creationId="{30EB41D4-D7FF-4D25-AF65-135CC20561AD}"/>
          </ac:grpSpMkLst>
        </pc:grpChg>
        <pc:grpChg chg="mod">
          <ac:chgData name="Simranjit Singh" userId="2e0607b0-f894-409e-bc5e-dd11296ae8bf" providerId="ADAL" clId="{FFC14C3C-ECC6-47CC-8E8F-9FBE96749677}" dt="2022-09-16T09:23:55.440" v="181"/>
          <ac:grpSpMkLst>
            <pc:docMk/>
            <pc:sldMk cId="2469020361" sldId="264"/>
            <ac:grpSpMk id="22" creationId="{8B5A488F-EDAE-48E0-9256-579B989A57DD}"/>
          </ac:grpSpMkLst>
        </pc:grpChg>
        <pc:grpChg chg="del mod">
          <ac:chgData name="Simranjit Singh" userId="2e0607b0-f894-409e-bc5e-dd11296ae8bf" providerId="ADAL" clId="{FFC14C3C-ECC6-47CC-8E8F-9FBE96749677}" dt="2022-09-15T05:32:56.699" v="12"/>
          <ac:grpSpMkLst>
            <pc:docMk/>
            <pc:sldMk cId="2469020361" sldId="264"/>
            <ac:grpSpMk id="22" creationId="{DEC2B2B8-48B7-4714-A1D0-6F10A4D651A6}"/>
          </ac:grpSpMkLst>
        </pc:grpChg>
        <pc:grpChg chg="del mod">
          <ac:chgData name="Simranjit Singh" userId="2e0607b0-f894-409e-bc5e-dd11296ae8bf" providerId="ADAL" clId="{FFC14C3C-ECC6-47CC-8E8F-9FBE96749677}" dt="2022-09-15T05:36:34.567" v="133"/>
          <ac:grpSpMkLst>
            <pc:docMk/>
            <pc:sldMk cId="2469020361" sldId="264"/>
            <ac:grpSpMk id="23" creationId="{91914607-BF54-4277-9C7B-2EA76C4E5910}"/>
          </ac:grpSpMkLst>
        </pc:grpChg>
        <pc:grpChg chg="mod">
          <ac:chgData name="Simranjit Singh" userId="2e0607b0-f894-409e-bc5e-dd11296ae8bf" providerId="ADAL" clId="{FFC14C3C-ECC6-47CC-8E8F-9FBE96749677}" dt="2022-09-16T09:24:28.427" v="192"/>
          <ac:grpSpMkLst>
            <pc:docMk/>
            <pc:sldMk cId="2469020361" sldId="264"/>
            <ac:grpSpMk id="33" creationId="{0D421BD3-97F7-41C4-A3D8-7BE42306169D}"/>
          </ac:grpSpMkLst>
        </pc:grpChg>
        <pc:grpChg chg="del mod">
          <ac:chgData name="Simranjit Singh" userId="2e0607b0-f894-409e-bc5e-dd11296ae8bf" providerId="ADAL" clId="{FFC14C3C-ECC6-47CC-8E8F-9FBE96749677}" dt="2022-09-15T05:33:11.094" v="35"/>
          <ac:grpSpMkLst>
            <pc:docMk/>
            <pc:sldMk cId="2469020361" sldId="264"/>
            <ac:grpSpMk id="33" creationId="{2C6DEC05-5DE9-4758-BB78-666A87FE86BE}"/>
          </ac:grpSpMkLst>
        </pc:grpChg>
        <pc:grpChg chg="mod">
          <ac:chgData name="Simranjit Singh" userId="2e0607b0-f894-409e-bc5e-dd11296ae8bf" providerId="ADAL" clId="{FFC14C3C-ECC6-47CC-8E8F-9FBE96749677}" dt="2022-09-16T09:24:32.641" v="195"/>
          <ac:grpSpMkLst>
            <pc:docMk/>
            <pc:sldMk cId="2469020361" sldId="264"/>
            <ac:grpSpMk id="36" creationId="{C1E0DC42-FF22-4AE9-AEB4-3FCEED83D2C6}"/>
          </ac:grpSpMkLst>
        </pc:grpChg>
        <pc:grpChg chg="del mod">
          <ac:chgData name="Simranjit Singh" userId="2e0607b0-f894-409e-bc5e-dd11296ae8bf" providerId="ADAL" clId="{FFC14C3C-ECC6-47CC-8E8F-9FBE96749677}" dt="2022-09-16T09:24:43.319" v="203"/>
          <ac:grpSpMkLst>
            <pc:docMk/>
            <pc:sldMk cId="2469020361" sldId="264"/>
            <ac:grpSpMk id="44" creationId="{22602603-6CD6-4792-B713-0A9423EDE628}"/>
          </ac:grpSpMkLst>
        </pc:grpChg>
        <pc:grpChg chg="del mod">
          <ac:chgData name="Simranjit Singh" userId="2e0607b0-f894-409e-bc5e-dd11296ae8bf" providerId="ADAL" clId="{FFC14C3C-ECC6-47CC-8E8F-9FBE96749677}" dt="2022-09-16T09:25:11.939" v="225"/>
          <ac:grpSpMkLst>
            <pc:docMk/>
            <pc:sldMk cId="2469020361" sldId="264"/>
            <ac:grpSpMk id="45" creationId="{456F673A-7149-48F6-A47D-E8DC5D285546}"/>
          </ac:grpSpMkLst>
        </pc:grpChg>
        <pc:grpChg chg="del mod">
          <ac:chgData name="Simranjit Singh" userId="2e0607b0-f894-409e-bc5e-dd11296ae8bf" providerId="ADAL" clId="{FFC14C3C-ECC6-47CC-8E8F-9FBE96749677}" dt="2022-09-15T05:33:49.383" v="51"/>
          <ac:grpSpMkLst>
            <pc:docMk/>
            <pc:sldMk cId="2469020361" sldId="264"/>
            <ac:grpSpMk id="46" creationId="{CC7735C8-1DB3-403C-98A8-39E875BD63F0}"/>
          </ac:grpSpMkLst>
        </pc:grpChg>
        <pc:grpChg chg="del mod">
          <ac:chgData name="Simranjit Singh" userId="2e0607b0-f894-409e-bc5e-dd11296ae8bf" providerId="ADAL" clId="{FFC14C3C-ECC6-47CC-8E8F-9FBE96749677}" dt="2022-09-15T05:33:49.383" v="51"/>
          <ac:grpSpMkLst>
            <pc:docMk/>
            <pc:sldMk cId="2469020361" sldId="264"/>
            <ac:grpSpMk id="47" creationId="{B2D9621B-BDA1-483F-B073-B27F13734FCF}"/>
          </ac:grpSpMkLst>
        </pc:grpChg>
        <pc:grpChg chg="del mod">
          <ac:chgData name="Simranjit Singh" userId="2e0607b0-f894-409e-bc5e-dd11296ae8bf" providerId="ADAL" clId="{FFC14C3C-ECC6-47CC-8E8F-9FBE96749677}" dt="2022-09-15T05:36:34.567" v="133"/>
          <ac:grpSpMkLst>
            <pc:docMk/>
            <pc:sldMk cId="2469020361" sldId="264"/>
            <ac:grpSpMk id="50" creationId="{113471D5-9D17-4839-9010-D534C7F0B508}"/>
          </ac:grpSpMkLst>
        </pc:grpChg>
        <pc:grpChg chg="mod">
          <ac:chgData name="Simranjit Singh" userId="2e0607b0-f894-409e-bc5e-dd11296ae8bf" providerId="ADAL" clId="{FFC14C3C-ECC6-47CC-8E8F-9FBE96749677}" dt="2022-09-16T09:24:52.058" v="210"/>
          <ac:grpSpMkLst>
            <pc:docMk/>
            <pc:sldMk cId="2469020361" sldId="264"/>
            <ac:grpSpMk id="52" creationId="{D6D702E0-88A2-4811-A98E-FFE73643B201}"/>
          </ac:grpSpMkLst>
        </pc:grpChg>
        <pc:grpChg chg="mod">
          <ac:chgData name="Simranjit Singh" userId="2e0607b0-f894-409e-bc5e-dd11296ae8bf" providerId="ADAL" clId="{FFC14C3C-ECC6-47CC-8E8F-9FBE96749677}" dt="2022-09-16T09:24:52.058" v="210"/>
          <ac:grpSpMkLst>
            <pc:docMk/>
            <pc:sldMk cId="2469020361" sldId="264"/>
            <ac:grpSpMk id="53" creationId="{0BE8BF29-3606-4031-92B8-A226DB42F94D}"/>
          </ac:grpSpMkLst>
        </pc:grpChg>
        <pc:grpChg chg="del mod">
          <ac:chgData name="Simranjit Singh" userId="2e0607b0-f894-409e-bc5e-dd11296ae8bf" providerId="ADAL" clId="{FFC14C3C-ECC6-47CC-8E8F-9FBE96749677}" dt="2022-09-15T05:33:49.383" v="51"/>
          <ac:grpSpMkLst>
            <pc:docMk/>
            <pc:sldMk cId="2469020361" sldId="264"/>
            <ac:grpSpMk id="55" creationId="{5324CBB7-0149-46A4-B567-B40636AA176B}"/>
          </ac:grpSpMkLst>
        </pc:grpChg>
        <pc:grpChg chg="mod">
          <ac:chgData name="Simranjit Singh" userId="2e0607b0-f894-409e-bc5e-dd11296ae8bf" providerId="ADAL" clId="{FFC14C3C-ECC6-47CC-8E8F-9FBE96749677}" dt="2022-09-16T09:24:57.736" v="216"/>
          <ac:grpSpMkLst>
            <pc:docMk/>
            <pc:sldMk cId="2469020361" sldId="264"/>
            <ac:grpSpMk id="59" creationId="{D01C0424-AAD0-48C2-A47A-ABB84B3A51DC}"/>
          </ac:grpSpMkLst>
        </pc:grpChg>
        <pc:grpChg chg="mod">
          <ac:chgData name="Simranjit Singh" userId="2e0607b0-f894-409e-bc5e-dd11296ae8bf" providerId="ADAL" clId="{FFC14C3C-ECC6-47CC-8E8F-9FBE96749677}" dt="2022-09-16T09:24:57.736" v="216"/>
          <ac:grpSpMkLst>
            <pc:docMk/>
            <pc:sldMk cId="2469020361" sldId="264"/>
            <ac:grpSpMk id="60" creationId="{7E45FD74-6FA2-4450-A66E-32F7E16D2D42}"/>
          </ac:grpSpMkLst>
        </pc:grpChg>
        <pc:grpChg chg="del mod">
          <ac:chgData name="Simranjit Singh" userId="2e0607b0-f894-409e-bc5e-dd11296ae8bf" providerId="ADAL" clId="{FFC14C3C-ECC6-47CC-8E8F-9FBE96749677}" dt="2022-09-15T05:36:34.567" v="133"/>
          <ac:grpSpMkLst>
            <pc:docMk/>
            <pc:sldMk cId="2469020361" sldId="264"/>
            <ac:grpSpMk id="63" creationId="{9EF1FDB5-7B4C-4A5A-938D-4EF7494FA80A}"/>
          </ac:grpSpMkLst>
        </pc:grpChg>
        <pc:grpChg chg="add del mod">
          <ac:chgData name="Simranjit Singh" userId="2e0607b0-f894-409e-bc5e-dd11296ae8bf" providerId="ADAL" clId="{FFC14C3C-ECC6-47CC-8E8F-9FBE96749677}" dt="2022-09-15T06:29:10.896" v="161" actId="478"/>
          <ac:grpSpMkLst>
            <pc:docMk/>
            <pc:sldMk cId="2469020361" sldId="264"/>
            <ac:grpSpMk id="66" creationId="{22B203CC-77C0-40A3-9CCD-00342C4B6BCD}"/>
          </ac:grpSpMkLst>
        </pc:grpChg>
        <pc:grpChg chg="mod">
          <ac:chgData name="Simranjit Singh" userId="2e0607b0-f894-409e-bc5e-dd11296ae8bf" providerId="ADAL" clId="{FFC14C3C-ECC6-47CC-8E8F-9FBE96749677}" dt="2022-09-16T09:25:03.812" v="222"/>
          <ac:grpSpMkLst>
            <pc:docMk/>
            <pc:sldMk cId="2469020361" sldId="264"/>
            <ac:grpSpMk id="66" creationId="{EA6E09A6-3ADB-4B68-B080-AA29DF87177B}"/>
          </ac:grpSpMkLst>
        </pc:grpChg>
        <pc:grpChg chg="mod">
          <ac:chgData name="Simranjit Singh" userId="2e0607b0-f894-409e-bc5e-dd11296ae8bf" providerId="ADAL" clId="{FFC14C3C-ECC6-47CC-8E8F-9FBE96749677}" dt="2022-09-16T09:25:11.939" v="225"/>
          <ac:grpSpMkLst>
            <pc:docMk/>
            <pc:sldMk cId="2469020361" sldId="264"/>
            <ac:grpSpMk id="69" creationId="{8F8BE15E-B655-42D0-94E7-DABB39C82051}"/>
          </ac:grpSpMkLst>
        </pc:grpChg>
        <pc:grpChg chg="add del mod">
          <ac:chgData name="Simranjit Singh" userId="2e0607b0-f894-409e-bc5e-dd11296ae8bf" providerId="ADAL" clId="{FFC14C3C-ECC6-47CC-8E8F-9FBE96749677}" dt="2022-09-15T06:29:10.896" v="161" actId="478"/>
          <ac:grpSpMkLst>
            <pc:docMk/>
            <pc:sldMk cId="2469020361" sldId="264"/>
            <ac:grpSpMk id="69" creationId="{D6089064-8E6C-4BC6-8569-FBE5297F8292}"/>
          </ac:grpSpMkLst>
        </pc:grpChg>
        <pc:grpChg chg="add del mod">
          <ac:chgData name="Simranjit Singh" userId="2e0607b0-f894-409e-bc5e-dd11296ae8bf" providerId="ADAL" clId="{FFC14C3C-ECC6-47CC-8E8F-9FBE96749677}" dt="2022-09-15T06:29:10.896" v="161" actId="478"/>
          <ac:grpSpMkLst>
            <pc:docMk/>
            <pc:sldMk cId="2469020361" sldId="264"/>
            <ac:grpSpMk id="74" creationId="{F53D601F-B34B-4A19-86A2-BC77306A5E51}"/>
          </ac:grpSpMkLst>
        </pc:grpChg>
        <pc:grpChg chg="add del mod">
          <ac:chgData name="Simranjit Singh" userId="2e0607b0-f894-409e-bc5e-dd11296ae8bf" providerId="ADAL" clId="{FFC14C3C-ECC6-47CC-8E8F-9FBE96749677}" dt="2022-09-15T06:28:27.889" v="149" actId="478"/>
          <ac:grpSpMkLst>
            <pc:docMk/>
            <pc:sldMk cId="2469020361" sldId="264"/>
            <ac:grpSpMk id="79" creationId="{D56FB5E7-D767-432D-8911-DDFF46ECF129}"/>
          </ac:grpSpMkLst>
        </pc:grpChg>
        <pc:grpChg chg="del mod">
          <ac:chgData name="Simranjit Singh" userId="2e0607b0-f894-409e-bc5e-dd11296ae8bf" providerId="ADAL" clId="{FFC14C3C-ECC6-47CC-8E8F-9FBE96749677}" dt="2022-09-16T09:25:57.413" v="254"/>
          <ac:grpSpMkLst>
            <pc:docMk/>
            <pc:sldMk cId="2469020361" sldId="264"/>
            <ac:grpSpMk id="83" creationId="{278D0835-C621-4808-B64D-982D0FDD6AF2}"/>
          </ac:grpSpMkLst>
        </pc:grpChg>
        <pc:grpChg chg="del mod">
          <ac:chgData name="Simranjit Singh" userId="2e0607b0-f894-409e-bc5e-dd11296ae8bf" providerId="ADAL" clId="{FFC14C3C-ECC6-47CC-8E8F-9FBE96749677}" dt="2022-09-15T05:34:39.417" v="76"/>
          <ac:grpSpMkLst>
            <pc:docMk/>
            <pc:sldMk cId="2469020361" sldId="264"/>
            <ac:grpSpMk id="86" creationId="{0450D902-4B73-4DFB-8E70-DC4ED9933F3E}"/>
          </ac:grpSpMkLst>
        </pc:grpChg>
        <pc:grpChg chg="del mod">
          <ac:chgData name="Simranjit Singh" userId="2e0607b0-f894-409e-bc5e-dd11296ae8bf" providerId="ADAL" clId="{FFC14C3C-ECC6-47CC-8E8F-9FBE96749677}" dt="2022-09-15T05:36:34.567" v="133"/>
          <ac:grpSpMkLst>
            <pc:docMk/>
            <pc:sldMk cId="2469020361" sldId="264"/>
            <ac:grpSpMk id="88" creationId="{8A659312-CAD8-4E44-B7F5-B32ADC9AFBEA}"/>
          </ac:grpSpMkLst>
        </pc:grpChg>
        <pc:grpChg chg="mod">
          <ac:chgData name="Simranjit Singh" userId="2e0607b0-f894-409e-bc5e-dd11296ae8bf" providerId="ADAL" clId="{FFC14C3C-ECC6-47CC-8E8F-9FBE96749677}" dt="2022-09-16T09:25:47.993" v="248"/>
          <ac:grpSpMkLst>
            <pc:docMk/>
            <pc:sldMk cId="2469020361" sldId="264"/>
            <ac:grpSpMk id="90" creationId="{79153CFA-04D6-4887-9A2C-5FE4C053B42C}"/>
          </ac:grpSpMkLst>
        </pc:grpChg>
        <pc:grpChg chg="del mod">
          <ac:chgData name="Simranjit Singh" userId="2e0607b0-f894-409e-bc5e-dd11296ae8bf" providerId="ADAL" clId="{FFC14C3C-ECC6-47CC-8E8F-9FBE96749677}" dt="2022-09-15T05:36:34.567" v="133"/>
          <ac:grpSpMkLst>
            <pc:docMk/>
            <pc:sldMk cId="2469020361" sldId="264"/>
            <ac:grpSpMk id="91" creationId="{B1C5EAE9-3C85-4E3D-9266-0748932D2BD7}"/>
          </ac:grpSpMkLst>
        </pc:grpChg>
        <pc:grpChg chg="mod">
          <ac:chgData name="Simranjit Singh" userId="2e0607b0-f894-409e-bc5e-dd11296ae8bf" providerId="ADAL" clId="{FFC14C3C-ECC6-47CC-8E8F-9FBE96749677}" dt="2022-09-16T09:25:57.413" v="254"/>
          <ac:grpSpMkLst>
            <pc:docMk/>
            <pc:sldMk cId="2469020361" sldId="264"/>
            <ac:grpSpMk id="96" creationId="{4F0867B3-BE53-48DF-B25B-E0417CE884AF}"/>
          </ac:grpSpMkLst>
        </pc:grpChg>
        <pc:grpChg chg="mod">
          <ac:chgData name="Simranjit Singh" userId="2e0607b0-f894-409e-bc5e-dd11296ae8bf" providerId="ADAL" clId="{FFC14C3C-ECC6-47CC-8E8F-9FBE96749677}" dt="2022-09-16T09:25:57.413" v="254"/>
          <ac:grpSpMkLst>
            <pc:docMk/>
            <pc:sldMk cId="2469020361" sldId="264"/>
            <ac:grpSpMk id="97" creationId="{B46FA2EA-BBB5-4C02-BE55-716CBEE62C52}"/>
          </ac:grpSpMkLst>
        </pc:grpChg>
        <pc:grpChg chg="mod">
          <ac:chgData name="Simranjit Singh" userId="2e0607b0-f894-409e-bc5e-dd11296ae8bf" providerId="ADAL" clId="{FFC14C3C-ECC6-47CC-8E8F-9FBE96749677}" dt="2022-09-16T09:25:59.543" v="257"/>
          <ac:grpSpMkLst>
            <pc:docMk/>
            <pc:sldMk cId="2469020361" sldId="264"/>
            <ac:grpSpMk id="100" creationId="{07C69B22-98D6-44BC-8195-18B4128781CE}"/>
          </ac:grpSpMkLst>
        </pc:grpChg>
        <pc:grpChg chg="add del mod">
          <ac:chgData name="Simranjit Singh" userId="2e0607b0-f894-409e-bc5e-dd11296ae8bf" providerId="ADAL" clId="{FFC14C3C-ECC6-47CC-8E8F-9FBE96749677}" dt="2022-09-15T06:28:50.071" v="154" actId="478"/>
          <ac:grpSpMkLst>
            <pc:docMk/>
            <pc:sldMk cId="2469020361" sldId="264"/>
            <ac:grpSpMk id="100" creationId="{07CFA31D-B314-4037-9F54-6B901BA74B68}"/>
          </ac:grpSpMkLst>
        </pc:grpChg>
        <pc:grpChg chg="mod">
          <ac:chgData name="Simranjit Singh" userId="2e0607b0-f894-409e-bc5e-dd11296ae8bf" providerId="ADAL" clId="{FFC14C3C-ECC6-47CC-8E8F-9FBE96749677}" dt="2022-09-16T09:26:02.048" v="260"/>
          <ac:grpSpMkLst>
            <pc:docMk/>
            <pc:sldMk cId="2469020361" sldId="264"/>
            <ac:grpSpMk id="103" creationId="{206B88F4-C12E-43F1-82D7-437BB222CDD1}"/>
          </ac:grpSpMkLst>
        </pc:grpChg>
        <pc:grpChg chg="mod">
          <ac:chgData name="Simranjit Singh" userId="2e0607b0-f894-409e-bc5e-dd11296ae8bf" providerId="ADAL" clId="{FFC14C3C-ECC6-47CC-8E8F-9FBE96749677}" dt="2022-09-16T09:26:03.461" v="263"/>
          <ac:grpSpMkLst>
            <pc:docMk/>
            <pc:sldMk cId="2469020361" sldId="264"/>
            <ac:grpSpMk id="106" creationId="{EB923CD7-6E62-4884-A8E5-D807F54A6030}"/>
          </ac:grpSpMkLst>
        </pc:grpChg>
        <pc:grpChg chg="add del mod">
          <ac:chgData name="Simranjit Singh" userId="2e0607b0-f894-409e-bc5e-dd11296ae8bf" providerId="ADAL" clId="{FFC14C3C-ECC6-47CC-8E8F-9FBE96749677}" dt="2022-09-15T06:29:06.884" v="160" actId="478"/>
          <ac:grpSpMkLst>
            <pc:docMk/>
            <pc:sldMk cId="2469020361" sldId="264"/>
            <ac:grpSpMk id="106" creationId="{F26DD99A-D418-4F74-8F4B-A81ADEB4600A}"/>
          </ac:grpSpMkLst>
        </pc:grpChg>
        <pc:grpChg chg="mod">
          <ac:chgData name="Simranjit Singh" userId="2e0607b0-f894-409e-bc5e-dd11296ae8bf" providerId="ADAL" clId="{FFC14C3C-ECC6-47CC-8E8F-9FBE96749677}" dt="2022-09-16T09:26:14.090" v="266"/>
          <ac:grpSpMkLst>
            <pc:docMk/>
            <pc:sldMk cId="2469020361" sldId="264"/>
            <ac:grpSpMk id="109" creationId="{B418161B-BE4A-434D-9247-F0DE4E0CF072}"/>
          </ac:grpSpMkLst>
        </pc:grpChg>
        <pc:grpChg chg="mod">
          <ac:chgData name="Simranjit Singh" userId="2e0607b0-f894-409e-bc5e-dd11296ae8bf" providerId="ADAL" clId="{FFC14C3C-ECC6-47CC-8E8F-9FBE96749677}" dt="2022-09-16T09:26:21.395" v="269"/>
          <ac:grpSpMkLst>
            <pc:docMk/>
            <pc:sldMk cId="2469020361" sldId="264"/>
            <ac:grpSpMk id="112" creationId="{040CAF02-0BBE-4310-972C-C489231DF71A}"/>
          </ac:grpSpMkLst>
        </pc:grpChg>
        <pc:grpChg chg="del mod">
          <ac:chgData name="Simranjit Singh" userId="2e0607b0-f894-409e-bc5e-dd11296ae8bf" providerId="ADAL" clId="{FFC14C3C-ECC6-47CC-8E8F-9FBE96749677}" dt="2022-09-16T09:29:38.987" v="332"/>
          <ac:grpSpMkLst>
            <pc:docMk/>
            <pc:sldMk cId="2469020361" sldId="264"/>
            <ac:grpSpMk id="115" creationId="{D5F424CE-DEA9-459E-8F58-767D8A38B625}"/>
          </ac:grpSpMkLst>
        </pc:grpChg>
        <pc:grpChg chg="mod">
          <ac:chgData name="Simranjit Singh" userId="2e0607b0-f894-409e-bc5e-dd11296ae8bf" providerId="ADAL" clId="{FFC14C3C-ECC6-47CC-8E8F-9FBE96749677}" dt="2022-09-16T09:26:25.942" v="275"/>
          <ac:grpSpMkLst>
            <pc:docMk/>
            <pc:sldMk cId="2469020361" sldId="264"/>
            <ac:grpSpMk id="118" creationId="{2B66F5B3-29A8-42E1-BE91-4DE9BF73FAA7}"/>
          </ac:grpSpMkLst>
        </pc:grpChg>
        <pc:grpChg chg="del mod">
          <ac:chgData name="Simranjit Singh" userId="2e0607b0-f894-409e-bc5e-dd11296ae8bf" providerId="ADAL" clId="{FFC14C3C-ECC6-47CC-8E8F-9FBE96749677}" dt="2022-09-15T05:35:37.571" v="109"/>
          <ac:grpSpMkLst>
            <pc:docMk/>
            <pc:sldMk cId="2469020361" sldId="264"/>
            <ac:grpSpMk id="119" creationId="{34A3A27C-BDAB-4EE2-B40F-369AC6AC3C15}"/>
          </ac:grpSpMkLst>
        </pc:grpChg>
        <pc:grpChg chg="add del mod">
          <ac:chgData name="Simranjit Singh" userId="2e0607b0-f894-409e-bc5e-dd11296ae8bf" providerId="ADAL" clId="{FFC14C3C-ECC6-47CC-8E8F-9FBE96749677}" dt="2022-09-15T06:28:51.040" v="155" actId="478"/>
          <ac:grpSpMkLst>
            <pc:docMk/>
            <pc:sldMk cId="2469020361" sldId="264"/>
            <ac:grpSpMk id="121" creationId="{137A49D8-0FF6-4945-B860-5113E9BA6CE2}"/>
          </ac:grpSpMkLst>
        </pc:grpChg>
        <pc:grpChg chg="mod">
          <ac:chgData name="Simranjit Singh" userId="2e0607b0-f894-409e-bc5e-dd11296ae8bf" providerId="ADAL" clId="{FFC14C3C-ECC6-47CC-8E8F-9FBE96749677}" dt="2022-09-16T09:26:29.700" v="279"/>
          <ac:grpSpMkLst>
            <pc:docMk/>
            <pc:sldMk cId="2469020361" sldId="264"/>
            <ac:grpSpMk id="122" creationId="{D79624EF-E62E-4B47-8302-3104048FCBA3}"/>
          </ac:grpSpMkLst>
        </pc:grpChg>
        <pc:grpChg chg="add del mod">
          <ac:chgData name="Simranjit Singh" userId="2e0607b0-f894-409e-bc5e-dd11296ae8bf" providerId="ADAL" clId="{FFC14C3C-ECC6-47CC-8E8F-9FBE96749677}" dt="2022-09-15T06:28:48.414" v="153" actId="478"/>
          <ac:grpSpMkLst>
            <pc:docMk/>
            <pc:sldMk cId="2469020361" sldId="264"/>
            <ac:grpSpMk id="128" creationId="{0AEA2109-B267-4150-9D86-3D40F43C3F55}"/>
          </ac:grpSpMkLst>
        </pc:grpChg>
        <pc:grpChg chg="del mod">
          <ac:chgData name="Simranjit Singh" userId="2e0607b0-f894-409e-bc5e-dd11296ae8bf" providerId="ADAL" clId="{FFC14C3C-ECC6-47CC-8E8F-9FBE96749677}" dt="2022-09-16T09:26:45.764" v="293"/>
          <ac:grpSpMkLst>
            <pc:docMk/>
            <pc:sldMk cId="2469020361" sldId="264"/>
            <ac:grpSpMk id="130" creationId="{D14951EA-D900-4472-8C70-91A8C9FA06FD}"/>
          </ac:grpSpMkLst>
        </pc:grpChg>
        <pc:grpChg chg="add del mod">
          <ac:chgData name="Simranjit Singh" userId="2e0607b0-f894-409e-bc5e-dd11296ae8bf" providerId="ADAL" clId="{FFC14C3C-ECC6-47CC-8E8F-9FBE96749677}" dt="2022-09-15T06:28:56.126" v="158" actId="478"/>
          <ac:grpSpMkLst>
            <pc:docMk/>
            <pc:sldMk cId="2469020361" sldId="264"/>
            <ac:grpSpMk id="131" creationId="{540B6F4D-3C6B-491E-AF77-8FADB4F45DD0}"/>
          </ac:grpSpMkLst>
        </pc:grpChg>
        <pc:grpChg chg="add del mod">
          <ac:chgData name="Simranjit Singh" userId="2e0607b0-f894-409e-bc5e-dd11296ae8bf" providerId="ADAL" clId="{FFC14C3C-ECC6-47CC-8E8F-9FBE96749677}" dt="2022-09-15T06:28:31.736" v="150" actId="478"/>
          <ac:grpSpMkLst>
            <pc:docMk/>
            <pc:sldMk cId="2469020361" sldId="264"/>
            <ac:grpSpMk id="134" creationId="{31B2479B-E06B-4DF8-9E5B-3BA54EBA3CAF}"/>
          </ac:grpSpMkLst>
        </pc:grpChg>
        <pc:grpChg chg="mod">
          <ac:chgData name="Simranjit Singh" userId="2e0607b0-f894-409e-bc5e-dd11296ae8bf" providerId="ADAL" clId="{FFC14C3C-ECC6-47CC-8E8F-9FBE96749677}" dt="2022-09-16T09:26:45.764" v="293"/>
          <ac:grpSpMkLst>
            <pc:docMk/>
            <pc:sldMk cId="2469020361" sldId="264"/>
            <ac:grpSpMk id="136" creationId="{CD535136-A42E-4CB3-ABEF-91FB6968DBE3}"/>
          </ac:grpSpMkLst>
        </pc:grpChg>
        <pc:grpChg chg="add del mod">
          <ac:chgData name="Simranjit Singh" userId="2e0607b0-f894-409e-bc5e-dd11296ae8bf" providerId="ADAL" clId="{FFC14C3C-ECC6-47CC-8E8F-9FBE96749677}" dt="2022-09-15T06:28:31.736" v="150" actId="478"/>
          <ac:grpSpMkLst>
            <pc:docMk/>
            <pc:sldMk cId="2469020361" sldId="264"/>
            <ac:grpSpMk id="137" creationId="{1797771C-9123-4D35-B076-BDBCF3C4B833}"/>
          </ac:grpSpMkLst>
        </pc:grpChg>
        <pc:grpChg chg="add del mod">
          <ac:chgData name="Simranjit Singh" userId="2e0607b0-f894-409e-bc5e-dd11296ae8bf" providerId="ADAL" clId="{FFC14C3C-ECC6-47CC-8E8F-9FBE96749677}" dt="2022-09-15T06:28:27.889" v="149" actId="478"/>
          <ac:grpSpMkLst>
            <pc:docMk/>
            <pc:sldMk cId="2469020361" sldId="264"/>
            <ac:grpSpMk id="140" creationId="{B5982B23-AE9F-4ED9-9B45-57DA08F366ED}"/>
          </ac:grpSpMkLst>
        </pc:grpChg>
        <pc:grpChg chg="mod">
          <ac:chgData name="Simranjit Singh" userId="2e0607b0-f894-409e-bc5e-dd11296ae8bf" providerId="ADAL" clId="{FFC14C3C-ECC6-47CC-8E8F-9FBE96749677}" dt="2022-09-16T09:26:56.916" v="301"/>
          <ac:grpSpMkLst>
            <pc:docMk/>
            <pc:sldMk cId="2469020361" sldId="264"/>
            <ac:grpSpMk id="144" creationId="{AAF68260-3C94-4914-A19A-DA68D280F9C1}"/>
          </ac:grpSpMkLst>
        </pc:grpChg>
        <pc:grpChg chg="add del mod">
          <ac:chgData name="Simranjit Singh" userId="2e0607b0-f894-409e-bc5e-dd11296ae8bf" providerId="ADAL" clId="{FFC14C3C-ECC6-47CC-8E8F-9FBE96749677}" dt="2022-09-15T06:28:31.736" v="150" actId="478"/>
          <ac:grpSpMkLst>
            <pc:docMk/>
            <pc:sldMk cId="2469020361" sldId="264"/>
            <ac:grpSpMk id="145" creationId="{24BCE5AD-DD83-4C15-95FB-0F695E7FC727}"/>
          </ac:grpSpMkLst>
        </pc:grpChg>
        <pc:grpChg chg="add del mod">
          <ac:chgData name="Simranjit Singh" userId="2e0607b0-f894-409e-bc5e-dd11296ae8bf" providerId="ADAL" clId="{FFC14C3C-ECC6-47CC-8E8F-9FBE96749677}" dt="2022-09-15T06:28:18.133" v="146" actId="478"/>
          <ac:grpSpMkLst>
            <pc:docMk/>
            <pc:sldMk cId="2469020361" sldId="264"/>
            <ac:grpSpMk id="146" creationId="{DC84596A-4049-4A9C-9D10-44A230F07EE7}"/>
          </ac:grpSpMkLst>
        </pc:grpChg>
        <pc:grpChg chg="mod">
          <ac:chgData name="Simranjit Singh" userId="2e0607b0-f894-409e-bc5e-dd11296ae8bf" providerId="ADAL" clId="{FFC14C3C-ECC6-47CC-8E8F-9FBE96749677}" dt="2022-09-16T09:27:08.251" v="305"/>
          <ac:grpSpMkLst>
            <pc:docMk/>
            <pc:sldMk cId="2469020361" sldId="264"/>
            <ac:grpSpMk id="148" creationId="{E6FCDF8B-7056-44DE-B52C-A645DB825C29}"/>
          </ac:grpSpMkLst>
        </pc:grpChg>
        <pc:grpChg chg="add del mod">
          <ac:chgData name="Simranjit Singh" userId="2e0607b0-f894-409e-bc5e-dd11296ae8bf" providerId="ADAL" clId="{FFC14C3C-ECC6-47CC-8E8F-9FBE96749677}" dt="2022-09-15T06:28:47.590" v="152" actId="478"/>
          <ac:grpSpMkLst>
            <pc:docMk/>
            <pc:sldMk cId="2469020361" sldId="264"/>
            <ac:grpSpMk id="149" creationId="{B47D67AB-DF3C-43E8-8657-AC29D78EBB64}"/>
          </ac:grpSpMkLst>
        </pc:grpChg>
        <pc:grpChg chg="mod">
          <ac:chgData name="Simranjit Singh" userId="2e0607b0-f894-409e-bc5e-dd11296ae8bf" providerId="ADAL" clId="{FFC14C3C-ECC6-47CC-8E8F-9FBE96749677}" dt="2022-09-16T09:27:23.429" v="308"/>
          <ac:grpSpMkLst>
            <pc:docMk/>
            <pc:sldMk cId="2469020361" sldId="264"/>
            <ac:grpSpMk id="151" creationId="{A2A06A44-F1BD-4EBE-AA88-DA376BBE85AC}"/>
          </ac:grpSpMkLst>
        </pc:grpChg>
        <pc:grpChg chg="del mod">
          <ac:chgData name="Simranjit Singh" userId="2e0607b0-f894-409e-bc5e-dd11296ae8bf" providerId="ADAL" clId="{FFC14C3C-ECC6-47CC-8E8F-9FBE96749677}" dt="2022-09-16T09:27:32.541" v="317"/>
          <ac:grpSpMkLst>
            <pc:docMk/>
            <pc:sldMk cId="2469020361" sldId="264"/>
            <ac:grpSpMk id="154" creationId="{95FC5093-9D7C-4103-9E2D-34174C3B7753}"/>
          </ac:grpSpMkLst>
        </pc:grpChg>
        <pc:grpChg chg="mod">
          <ac:chgData name="Simranjit Singh" userId="2e0607b0-f894-409e-bc5e-dd11296ae8bf" providerId="ADAL" clId="{FFC14C3C-ECC6-47CC-8E8F-9FBE96749677}" dt="2022-09-16T09:27:32.541" v="317"/>
          <ac:grpSpMkLst>
            <pc:docMk/>
            <pc:sldMk cId="2469020361" sldId="264"/>
            <ac:grpSpMk id="160" creationId="{173393D1-1A96-40FF-A654-09ABCD2AE30C}"/>
          </ac:grpSpMkLst>
        </pc:grpChg>
        <pc:grpChg chg="mod">
          <ac:chgData name="Simranjit Singh" userId="2e0607b0-f894-409e-bc5e-dd11296ae8bf" providerId="ADAL" clId="{FFC14C3C-ECC6-47CC-8E8F-9FBE96749677}" dt="2022-09-16T09:27:36.760" v="321"/>
          <ac:grpSpMkLst>
            <pc:docMk/>
            <pc:sldMk cId="2469020361" sldId="264"/>
            <ac:grpSpMk id="164" creationId="{3E3C218C-E18A-4FF1-A638-3176DB43F29E}"/>
          </ac:grpSpMkLst>
        </pc:grpChg>
        <pc:grpChg chg="mod">
          <ac:chgData name="Simranjit Singh" userId="2e0607b0-f894-409e-bc5e-dd11296ae8bf" providerId="ADAL" clId="{FFC14C3C-ECC6-47CC-8E8F-9FBE96749677}" dt="2022-09-16T09:27:45.931" v="325"/>
          <ac:grpSpMkLst>
            <pc:docMk/>
            <pc:sldMk cId="2469020361" sldId="264"/>
            <ac:grpSpMk id="168" creationId="{8843CAC1-B568-4BC4-9C52-B4790E275E6C}"/>
          </ac:grpSpMkLst>
        </pc:grpChg>
        <pc:grpChg chg="mod">
          <ac:chgData name="Simranjit Singh" userId="2e0607b0-f894-409e-bc5e-dd11296ae8bf" providerId="ADAL" clId="{FFC14C3C-ECC6-47CC-8E8F-9FBE96749677}" dt="2022-09-16T09:29:38.987" v="332"/>
          <ac:grpSpMkLst>
            <pc:docMk/>
            <pc:sldMk cId="2469020361" sldId="264"/>
            <ac:grpSpMk id="171" creationId="{A0F0BCB0-3858-4321-A3B3-5716E33D714A}"/>
          </ac:grpSpMkLst>
        </pc:grpChg>
        <pc:inkChg chg="add del">
          <ac:chgData name="Simranjit Singh" userId="2e0607b0-f894-409e-bc5e-dd11296ae8bf" providerId="ADAL" clId="{FFC14C3C-ECC6-47CC-8E8F-9FBE96749677}" dt="2022-09-15T06:28:09.223" v="145" actId="478"/>
          <ac:inkMkLst>
            <pc:docMk/>
            <pc:sldMk cId="2469020361" sldId="264"/>
            <ac:inkMk id="2" creationId="{ECC09A4A-6B78-460A-990F-5FED73B28DF6}"/>
          </ac:inkMkLst>
        </pc:inkChg>
        <pc:inkChg chg="add mod">
          <ac:chgData name="Simranjit Singh" userId="2e0607b0-f894-409e-bc5e-dd11296ae8bf" providerId="ADAL" clId="{FFC14C3C-ECC6-47CC-8E8F-9FBE96749677}" dt="2022-09-16T09:23:35.966" v="171"/>
          <ac:inkMkLst>
            <pc:docMk/>
            <pc:sldMk cId="2469020361" sldId="264"/>
            <ac:inkMk id="4" creationId="{84678A9D-AED0-4A88-B81F-C259EA611880}"/>
          </ac:inkMkLst>
        </pc:inkChg>
        <pc:inkChg chg="add mod">
          <ac:chgData name="Simranjit Singh" userId="2e0607b0-f894-409e-bc5e-dd11296ae8bf" providerId="ADAL" clId="{FFC14C3C-ECC6-47CC-8E8F-9FBE96749677}" dt="2022-09-16T09:23:35.966" v="171"/>
          <ac:inkMkLst>
            <pc:docMk/>
            <pc:sldMk cId="2469020361" sldId="264"/>
            <ac:inkMk id="5" creationId="{770BBFB6-8DE5-46D3-BD76-BABFF58A54A0}"/>
          </ac:inkMkLst>
        </pc:inkChg>
        <pc:inkChg chg="add mod">
          <ac:chgData name="Simranjit Singh" userId="2e0607b0-f894-409e-bc5e-dd11296ae8bf" providerId="ADAL" clId="{FFC14C3C-ECC6-47CC-8E8F-9FBE96749677}" dt="2022-09-16T09:23:35.966" v="171"/>
          <ac:inkMkLst>
            <pc:docMk/>
            <pc:sldMk cId="2469020361" sldId="264"/>
            <ac:inkMk id="8" creationId="{BB01A599-69A2-4743-B893-9692515D8EDC}"/>
          </ac:inkMkLst>
        </pc:inkChg>
        <pc:inkChg chg="add mod">
          <ac:chgData name="Simranjit Singh" userId="2e0607b0-f894-409e-bc5e-dd11296ae8bf" providerId="ADAL" clId="{FFC14C3C-ECC6-47CC-8E8F-9FBE96749677}" dt="2022-09-16T09:23:35.966" v="171"/>
          <ac:inkMkLst>
            <pc:docMk/>
            <pc:sldMk cId="2469020361" sldId="264"/>
            <ac:inkMk id="9" creationId="{9918A0D5-871C-4958-9E43-3C0F0DE02556}"/>
          </ac:inkMkLst>
        </pc:inkChg>
        <pc:inkChg chg="add mod">
          <ac:chgData name="Simranjit Singh" userId="2e0607b0-f894-409e-bc5e-dd11296ae8bf" providerId="ADAL" clId="{FFC14C3C-ECC6-47CC-8E8F-9FBE96749677}" dt="2022-09-16T09:23:35.966" v="171"/>
          <ac:inkMkLst>
            <pc:docMk/>
            <pc:sldMk cId="2469020361" sldId="264"/>
            <ac:inkMk id="11" creationId="{351E5267-174C-4C3D-876D-B2405680B71C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1" creationId="{D7C9FDB4-C4B4-43E1-ABBE-85CD29C21E9F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2" creationId="{8CD09407-074E-4708-BD37-4FD13E3B2114}"/>
          </ac:inkMkLst>
        </pc:inkChg>
        <pc:inkChg chg="add mod">
          <ac:chgData name="Simranjit Singh" userId="2e0607b0-f894-409e-bc5e-dd11296ae8bf" providerId="ADAL" clId="{FFC14C3C-ECC6-47CC-8E8F-9FBE96749677}" dt="2022-09-16T09:23:42.706" v="178"/>
          <ac:inkMkLst>
            <pc:docMk/>
            <pc:sldMk cId="2469020361" sldId="264"/>
            <ac:inkMk id="13" creationId="{061CA182-EB9F-4927-A0A1-F157EC512A4B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4" creationId="{7361DCB4-A116-499E-9A41-CBE77EC894BB}"/>
          </ac:inkMkLst>
        </pc:inkChg>
        <pc:inkChg chg="add mod">
          <ac:chgData name="Simranjit Singh" userId="2e0607b0-f894-409e-bc5e-dd11296ae8bf" providerId="ADAL" clId="{FFC14C3C-ECC6-47CC-8E8F-9FBE96749677}" dt="2022-09-16T09:23:42.706" v="178"/>
          <ac:inkMkLst>
            <pc:docMk/>
            <pc:sldMk cId="2469020361" sldId="264"/>
            <ac:inkMk id="14" creationId="{EE3C63FD-CDE3-47DC-B43D-1233B8750E91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5" creationId="{20BBC735-3140-47F5-A54F-86308F876744}"/>
          </ac:inkMkLst>
        </pc:inkChg>
        <pc:inkChg chg="add mod">
          <ac:chgData name="Simranjit Singh" userId="2e0607b0-f894-409e-bc5e-dd11296ae8bf" providerId="ADAL" clId="{FFC14C3C-ECC6-47CC-8E8F-9FBE96749677}" dt="2022-09-16T09:23:42.706" v="178"/>
          <ac:inkMkLst>
            <pc:docMk/>
            <pc:sldMk cId="2469020361" sldId="264"/>
            <ac:inkMk id="15" creationId="{BEB5327D-8D22-4014-AC36-4E833FA2DC2C}"/>
          </ac:inkMkLst>
        </pc:inkChg>
        <pc:inkChg chg="add mod">
          <ac:chgData name="Simranjit Singh" userId="2e0607b0-f894-409e-bc5e-dd11296ae8bf" providerId="ADAL" clId="{FFC14C3C-ECC6-47CC-8E8F-9FBE96749677}" dt="2022-09-16T09:23:42.706" v="178"/>
          <ac:inkMkLst>
            <pc:docMk/>
            <pc:sldMk cId="2469020361" sldId="264"/>
            <ac:inkMk id="16" creationId="{6F3CEA38-840C-4DB6-BF80-85D0985F86BA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6" creationId="{C89B95D7-EDD2-4D56-B757-87695CEA1234}"/>
          </ac:inkMkLst>
        </pc:inkChg>
        <pc:inkChg chg="add mod">
          <ac:chgData name="Simranjit Singh" userId="2e0607b0-f894-409e-bc5e-dd11296ae8bf" providerId="ADAL" clId="{FFC14C3C-ECC6-47CC-8E8F-9FBE96749677}" dt="2022-09-16T09:23:42.706" v="178"/>
          <ac:inkMkLst>
            <pc:docMk/>
            <pc:sldMk cId="2469020361" sldId="264"/>
            <ac:inkMk id="17" creationId="{479C29EE-E6DC-462D-8EC4-D6CD256CD7B6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7" creationId="{A764CD2D-C382-4C87-82E8-E38070BAB810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8" creationId="{9628E3BE-DBD5-4B30-A295-8B2E9D75012F}"/>
          </ac:inkMkLst>
        </pc:inkChg>
        <pc:inkChg chg="add mod">
          <ac:chgData name="Simranjit Singh" userId="2e0607b0-f894-409e-bc5e-dd11296ae8bf" providerId="ADAL" clId="{FFC14C3C-ECC6-47CC-8E8F-9FBE96749677}" dt="2022-09-16T09:23:42.706" v="178"/>
          <ac:inkMkLst>
            <pc:docMk/>
            <pc:sldMk cId="2469020361" sldId="264"/>
            <ac:inkMk id="18" creationId="{E2441226-8AAF-47E3-AC61-2E2C8B0CA692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9" creationId="{67930679-0D89-4C34-B45A-E797745D2E3E}"/>
          </ac:inkMkLst>
        </pc:inkChg>
        <pc:inkChg chg="add mod">
          <ac:chgData name="Simranjit Singh" userId="2e0607b0-f894-409e-bc5e-dd11296ae8bf" providerId="ADAL" clId="{FFC14C3C-ECC6-47CC-8E8F-9FBE96749677}" dt="2022-09-16T09:23:55.440" v="181"/>
          <ac:inkMkLst>
            <pc:docMk/>
            <pc:sldMk cId="2469020361" sldId="264"/>
            <ac:inkMk id="20" creationId="{9C54875B-547D-4C9E-94C3-664DE0A42DF1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20" creationId="{CF7FD1B6-EAC0-438E-A143-22B38734E37B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21" creationId="{26446780-23B6-4753-91AD-3F265DB809F6}"/>
          </ac:inkMkLst>
        </pc:inkChg>
        <pc:inkChg chg="add mod">
          <ac:chgData name="Simranjit Singh" userId="2e0607b0-f894-409e-bc5e-dd11296ae8bf" providerId="ADAL" clId="{FFC14C3C-ECC6-47CC-8E8F-9FBE96749677}" dt="2022-09-16T09:23:55.440" v="181"/>
          <ac:inkMkLst>
            <pc:docMk/>
            <pc:sldMk cId="2469020361" sldId="264"/>
            <ac:inkMk id="21" creationId="{D89D77DB-C6CB-410E-88C7-87C6FC9BC5FA}"/>
          </ac:inkMkLst>
        </pc:inkChg>
        <pc:inkChg chg="add">
          <ac:chgData name="Simranjit Singh" userId="2e0607b0-f894-409e-bc5e-dd11296ae8bf" providerId="ADAL" clId="{FFC14C3C-ECC6-47CC-8E8F-9FBE96749677}" dt="2022-09-16T09:24:01.397" v="182" actId="9405"/>
          <ac:inkMkLst>
            <pc:docMk/>
            <pc:sldMk cId="2469020361" sldId="264"/>
            <ac:inkMk id="23" creationId="{5BDD06B6-B2AA-4350-AAE3-C95027291345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24" creationId="{216B69C1-0941-4B98-8C89-0D0E229144F4}"/>
          </ac:inkMkLst>
        </pc:inkChg>
        <pc:inkChg chg="add">
          <ac:chgData name="Simranjit Singh" userId="2e0607b0-f894-409e-bc5e-dd11296ae8bf" providerId="ADAL" clId="{FFC14C3C-ECC6-47CC-8E8F-9FBE96749677}" dt="2022-09-16T09:24:02.631" v="183" actId="9405"/>
          <ac:inkMkLst>
            <pc:docMk/>
            <pc:sldMk cId="2469020361" sldId="264"/>
            <ac:inkMk id="24" creationId="{C8A500EB-4958-45C8-A112-5E5F98085D60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25" creationId="{18660253-8E2C-47AC-B2D6-4824B2D7FE78}"/>
          </ac:inkMkLst>
        </pc:inkChg>
        <pc:inkChg chg="add">
          <ac:chgData name="Simranjit Singh" userId="2e0607b0-f894-409e-bc5e-dd11296ae8bf" providerId="ADAL" clId="{FFC14C3C-ECC6-47CC-8E8F-9FBE96749677}" dt="2022-09-16T09:24:13.053" v="184" actId="9405"/>
          <ac:inkMkLst>
            <pc:docMk/>
            <pc:sldMk cId="2469020361" sldId="264"/>
            <ac:inkMk id="25" creationId="{5BB9D8A3-CBE0-4F02-A313-3C4051854B29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26" creationId="{5AE1E709-035A-4221-AD1D-0D8EA1326AEC}"/>
          </ac:inkMkLst>
        </pc:inkChg>
        <pc:inkChg chg="add">
          <ac:chgData name="Simranjit Singh" userId="2e0607b0-f894-409e-bc5e-dd11296ae8bf" providerId="ADAL" clId="{FFC14C3C-ECC6-47CC-8E8F-9FBE96749677}" dt="2022-09-16T09:24:13.837" v="185" actId="9405"/>
          <ac:inkMkLst>
            <pc:docMk/>
            <pc:sldMk cId="2469020361" sldId="264"/>
            <ac:inkMk id="26" creationId="{A9F0D30A-C736-44E0-BFD9-B8097FBF3D8D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27" creationId="{060EE829-ACD3-4BCC-91F0-B6FBFB56DB23}"/>
          </ac:inkMkLst>
        </pc:inkChg>
        <pc:inkChg chg="add">
          <ac:chgData name="Simranjit Singh" userId="2e0607b0-f894-409e-bc5e-dd11296ae8bf" providerId="ADAL" clId="{FFC14C3C-ECC6-47CC-8E8F-9FBE96749677}" dt="2022-09-16T09:24:14.460" v="186" actId="9405"/>
          <ac:inkMkLst>
            <pc:docMk/>
            <pc:sldMk cId="2469020361" sldId="264"/>
            <ac:inkMk id="27" creationId="{E2B508C5-7067-49F9-95A4-82BA02058542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28" creationId="{5D3AE114-ACED-4220-9F2D-F9CDA685E6B9}"/>
          </ac:inkMkLst>
        </pc:inkChg>
        <pc:inkChg chg="add">
          <ac:chgData name="Simranjit Singh" userId="2e0607b0-f894-409e-bc5e-dd11296ae8bf" providerId="ADAL" clId="{FFC14C3C-ECC6-47CC-8E8F-9FBE96749677}" dt="2022-09-16T09:24:15.251" v="187" actId="9405"/>
          <ac:inkMkLst>
            <pc:docMk/>
            <pc:sldMk cId="2469020361" sldId="264"/>
            <ac:inkMk id="28" creationId="{EFE86160-B893-40FF-B820-ECC27456EE69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29" creationId="{AB88FE18-7AA1-4CB7-9BF8-2B43CB1E526F}"/>
          </ac:inkMkLst>
        </pc:inkChg>
        <pc:inkChg chg="add">
          <ac:chgData name="Simranjit Singh" userId="2e0607b0-f894-409e-bc5e-dd11296ae8bf" providerId="ADAL" clId="{FFC14C3C-ECC6-47CC-8E8F-9FBE96749677}" dt="2022-09-16T09:24:16.042" v="188" actId="9405"/>
          <ac:inkMkLst>
            <pc:docMk/>
            <pc:sldMk cId="2469020361" sldId="264"/>
            <ac:inkMk id="29" creationId="{EE0971C3-ABFD-4574-BC63-CFB9989A54B6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0" creationId="{0BC22FA8-074D-48E8-9D5F-9C341A3B0B97}"/>
          </ac:inkMkLst>
        </pc:inkChg>
        <pc:inkChg chg="add">
          <ac:chgData name="Simranjit Singh" userId="2e0607b0-f894-409e-bc5e-dd11296ae8bf" providerId="ADAL" clId="{FFC14C3C-ECC6-47CC-8E8F-9FBE96749677}" dt="2022-09-16T09:24:16.684" v="189" actId="9405"/>
          <ac:inkMkLst>
            <pc:docMk/>
            <pc:sldMk cId="2469020361" sldId="264"/>
            <ac:inkMk id="30" creationId="{457826E4-22E5-4DFE-94B7-7B722895B0BD}"/>
          </ac:inkMkLst>
        </pc:inkChg>
        <pc:inkChg chg="add mod">
          <ac:chgData name="Simranjit Singh" userId="2e0607b0-f894-409e-bc5e-dd11296ae8bf" providerId="ADAL" clId="{FFC14C3C-ECC6-47CC-8E8F-9FBE96749677}" dt="2022-09-16T09:24:28.427" v="192"/>
          <ac:inkMkLst>
            <pc:docMk/>
            <pc:sldMk cId="2469020361" sldId="264"/>
            <ac:inkMk id="31" creationId="{266521D8-905E-4F57-82E8-3E7AE1AD2919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1" creationId="{381B6034-0551-46D9-902A-2534DAA56CE0}"/>
          </ac:inkMkLst>
        </pc:inkChg>
        <pc:inkChg chg="add mod">
          <ac:chgData name="Simranjit Singh" userId="2e0607b0-f894-409e-bc5e-dd11296ae8bf" providerId="ADAL" clId="{FFC14C3C-ECC6-47CC-8E8F-9FBE96749677}" dt="2022-09-16T09:24:28.427" v="192"/>
          <ac:inkMkLst>
            <pc:docMk/>
            <pc:sldMk cId="2469020361" sldId="264"/>
            <ac:inkMk id="32" creationId="{2588227D-3456-4128-A9C4-38766705FC4E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2" creationId="{FA0F5132-2560-4EB7-AE8B-6FB53DF9F898}"/>
          </ac:inkMkLst>
        </pc:inkChg>
        <pc:inkChg chg="add mod">
          <ac:chgData name="Simranjit Singh" userId="2e0607b0-f894-409e-bc5e-dd11296ae8bf" providerId="ADAL" clId="{FFC14C3C-ECC6-47CC-8E8F-9FBE96749677}" dt="2022-09-16T09:24:32.641" v="195"/>
          <ac:inkMkLst>
            <pc:docMk/>
            <pc:sldMk cId="2469020361" sldId="264"/>
            <ac:inkMk id="34" creationId="{75EFD693-22E2-484E-893C-F0B634D74F88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4" creationId="{A9E897B8-907C-4A78-BD6C-B66D2AAE253F}"/>
          </ac:inkMkLst>
        </pc:inkChg>
        <pc:inkChg chg="add mod">
          <ac:chgData name="Simranjit Singh" userId="2e0607b0-f894-409e-bc5e-dd11296ae8bf" providerId="ADAL" clId="{FFC14C3C-ECC6-47CC-8E8F-9FBE96749677}" dt="2022-09-16T09:24:32.641" v="195"/>
          <ac:inkMkLst>
            <pc:docMk/>
            <pc:sldMk cId="2469020361" sldId="264"/>
            <ac:inkMk id="35" creationId="{D71A27C6-BF0E-40D4-9A69-A9DBD7B2AC7B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5" creationId="{E2FCD551-F708-4E1B-8D18-CB7F91183ACD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6" creationId="{71A7AB27-CFA9-4F8B-8C88-2086057ACA5C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7" creationId="{18B937C5-8729-4D00-A3AB-FF22C4C4694A}"/>
          </ac:inkMkLst>
        </pc:inkChg>
        <pc:inkChg chg="add mod">
          <ac:chgData name="Simranjit Singh" userId="2e0607b0-f894-409e-bc5e-dd11296ae8bf" providerId="ADAL" clId="{FFC14C3C-ECC6-47CC-8E8F-9FBE96749677}" dt="2022-09-16T09:25:11.939" v="225"/>
          <ac:inkMkLst>
            <pc:docMk/>
            <pc:sldMk cId="2469020361" sldId="264"/>
            <ac:inkMk id="37" creationId="{932819E1-B578-40B3-ABD0-6C90A7D87A26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8" creationId="{8918BF1A-05BD-4036-A6C3-734C1301711E}"/>
          </ac:inkMkLst>
        </pc:inkChg>
        <pc:inkChg chg="add mod">
          <ac:chgData name="Simranjit Singh" userId="2e0607b0-f894-409e-bc5e-dd11296ae8bf" providerId="ADAL" clId="{FFC14C3C-ECC6-47CC-8E8F-9FBE96749677}" dt="2022-09-16T09:25:11.939" v="225"/>
          <ac:inkMkLst>
            <pc:docMk/>
            <pc:sldMk cId="2469020361" sldId="264"/>
            <ac:inkMk id="38" creationId="{95902D3A-F6B6-47C4-9829-7A17636EB80A}"/>
          </ac:inkMkLst>
        </pc:inkChg>
        <pc:inkChg chg="add mod">
          <ac:chgData name="Simranjit Singh" userId="2e0607b0-f894-409e-bc5e-dd11296ae8bf" providerId="ADAL" clId="{FFC14C3C-ECC6-47CC-8E8F-9FBE96749677}" dt="2022-09-16T09:25:11.939" v="225"/>
          <ac:inkMkLst>
            <pc:docMk/>
            <pc:sldMk cId="2469020361" sldId="264"/>
            <ac:inkMk id="39" creationId="{828C679C-5DEE-447D-975A-FC0FE395962C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39" creationId="{F28DCE29-33AE-41CF-A00F-554605B4A8C5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40" creationId="{2B5CA552-9153-4352-A0B6-2C91A261886A}"/>
          </ac:inkMkLst>
        </pc:inkChg>
        <pc:inkChg chg="add mod">
          <ac:chgData name="Simranjit Singh" userId="2e0607b0-f894-409e-bc5e-dd11296ae8bf" providerId="ADAL" clId="{FFC14C3C-ECC6-47CC-8E8F-9FBE96749677}" dt="2022-09-16T09:25:11.939" v="225"/>
          <ac:inkMkLst>
            <pc:docMk/>
            <pc:sldMk cId="2469020361" sldId="264"/>
            <ac:inkMk id="40" creationId="{6C7A09AD-2333-41B7-B560-B735508D1A41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41" creationId="{2406216B-9FA3-45D6-9B2D-E286F1748242}"/>
          </ac:inkMkLst>
        </pc:inkChg>
        <pc:inkChg chg="add mod">
          <ac:chgData name="Simranjit Singh" userId="2e0607b0-f894-409e-bc5e-dd11296ae8bf" providerId="ADAL" clId="{FFC14C3C-ECC6-47CC-8E8F-9FBE96749677}" dt="2022-09-16T09:25:11.939" v="225"/>
          <ac:inkMkLst>
            <pc:docMk/>
            <pc:sldMk cId="2469020361" sldId="264"/>
            <ac:inkMk id="41" creationId="{303B1416-F1F1-4EEC-994C-64E56930A0D2}"/>
          </ac:inkMkLst>
        </pc:inkChg>
        <pc:inkChg chg="add mod">
          <ac:chgData name="Simranjit Singh" userId="2e0607b0-f894-409e-bc5e-dd11296ae8bf" providerId="ADAL" clId="{FFC14C3C-ECC6-47CC-8E8F-9FBE96749677}" dt="2022-09-16T09:25:11.939" v="225"/>
          <ac:inkMkLst>
            <pc:docMk/>
            <pc:sldMk cId="2469020361" sldId="264"/>
            <ac:inkMk id="42" creationId="{16AF3CF1-850E-4782-8FED-72186F5906F1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42" creationId="{DFD9C919-472A-4BA6-BF49-44167134D401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43" creationId="{A5FEAA4E-535F-48EA-8344-072D4E5C73C1}"/>
          </ac:inkMkLst>
        </pc:inkChg>
        <pc:inkChg chg="add mod">
          <ac:chgData name="Simranjit Singh" userId="2e0607b0-f894-409e-bc5e-dd11296ae8bf" providerId="ADAL" clId="{FFC14C3C-ECC6-47CC-8E8F-9FBE96749677}" dt="2022-09-16T09:25:11.939" v="225"/>
          <ac:inkMkLst>
            <pc:docMk/>
            <pc:sldMk cId="2469020361" sldId="264"/>
            <ac:inkMk id="43" creationId="{EEED68E8-6A2F-4EDF-B5E8-6B3BF56B38F7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44" creationId="{363C5CB9-1114-4ABC-9A80-320D0431C575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45" creationId="{5DAF672F-7002-4DB1-B7DF-395162E818D9}"/>
          </ac:inkMkLst>
        </pc:inkChg>
        <pc:inkChg chg="add mod">
          <ac:chgData name="Simranjit Singh" userId="2e0607b0-f894-409e-bc5e-dd11296ae8bf" providerId="ADAL" clId="{FFC14C3C-ECC6-47CC-8E8F-9FBE96749677}" dt="2022-09-16T09:24:52.058" v="210"/>
          <ac:inkMkLst>
            <pc:docMk/>
            <pc:sldMk cId="2469020361" sldId="264"/>
            <ac:inkMk id="46" creationId="{566F26FF-6C7B-4BD4-A1DD-5E1446F8117F}"/>
          </ac:inkMkLst>
        </pc:inkChg>
        <pc:inkChg chg="add mod">
          <ac:chgData name="Simranjit Singh" userId="2e0607b0-f894-409e-bc5e-dd11296ae8bf" providerId="ADAL" clId="{FFC14C3C-ECC6-47CC-8E8F-9FBE96749677}" dt="2022-09-16T09:24:52.058" v="210"/>
          <ac:inkMkLst>
            <pc:docMk/>
            <pc:sldMk cId="2469020361" sldId="264"/>
            <ac:inkMk id="47" creationId="{0247675F-7395-47B0-A466-CE679BCD1C2A}"/>
          </ac:inkMkLst>
        </pc:inkChg>
        <pc:inkChg chg="add mod">
          <ac:chgData name="Simranjit Singh" userId="2e0607b0-f894-409e-bc5e-dd11296ae8bf" providerId="ADAL" clId="{FFC14C3C-ECC6-47CC-8E8F-9FBE96749677}" dt="2022-09-16T09:24:52.058" v="210"/>
          <ac:inkMkLst>
            <pc:docMk/>
            <pc:sldMk cId="2469020361" sldId="264"/>
            <ac:inkMk id="48" creationId="{93D5A3C0-9464-4847-BB97-D75BB89C555D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48" creationId="{9F6C0C69-C9B0-4E6C-BCC9-4CC0CD18C337}"/>
          </ac:inkMkLst>
        </pc:inkChg>
        <pc:inkChg chg="add mod">
          <ac:chgData name="Simranjit Singh" userId="2e0607b0-f894-409e-bc5e-dd11296ae8bf" providerId="ADAL" clId="{FFC14C3C-ECC6-47CC-8E8F-9FBE96749677}" dt="2022-09-16T09:24:52.058" v="210"/>
          <ac:inkMkLst>
            <pc:docMk/>
            <pc:sldMk cId="2469020361" sldId="264"/>
            <ac:inkMk id="49" creationId="{34B32A11-555A-48CF-AF11-C327BA0EFCAA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49" creationId="{5A5F7F79-E5A9-4C78-A2F9-64060DA9C49E}"/>
          </ac:inkMkLst>
        </pc:inkChg>
        <pc:inkChg chg="add mod">
          <ac:chgData name="Simranjit Singh" userId="2e0607b0-f894-409e-bc5e-dd11296ae8bf" providerId="ADAL" clId="{FFC14C3C-ECC6-47CC-8E8F-9FBE96749677}" dt="2022-09-16T09:24:52.058" v="210"/>
          <ac:inkMkLst>
            <pc:docMk/>
            <pc:sldMk cId="2469020361" sldId="264"/>
            <ac:inkMk id="50" creationId="{CF87AA2E-6952-47EE-A55C-2020358DEC8F}"/>
          </ac:inkMkLst>
        </pc:inkChg>
        <pc:inkChg chg="add">
          <ac:chgData name="Simranjit Singh" userId="2e0607b0-f894-409e-bc5e-dd11296ae8bf" providerId="ADAL" clId="{FFC14C3C-ECC6-47CC-8E8F-9FBE96749677}" dt="2022-09-16T09:24:51.416" v="209" actId="9405"/>
          <ac:inkMkLst>
            <pc:docMk/>
            <pc:sldMk cId="2469020361" sldId="264"/>
            <ac:inkMk id="51" creationId="{297CC30E-C0F9-459A-B579-5A9CB380D058}"/>
          </ac:inkMkLst>
        </pc:inkChg>
        <pc:inkChg chg="add del">
          <ac:chgData name="Simranjit Singh" userId="2e0607b0-f894-409e-bc5e-dd11296ae8bf" providerId="ADAL" clId="{FFC14C3C-ECC6-47CC-8E8F-9FBE96749677}" dt="2022-09-15T06:29:10.896" v="161" actId="478"/>
          <ac:inkMkLst>
            <pc:docMk/>
            <pc:sldMk cId="2469020361" sldId="264"/>
            <ac:inkMk id="51" creationId="{2FA83825-2CBE-432E-85A6-F0A6A229C3E3}"/>
          </ac:inkMkLst>
        </pc:inkChg>
        <pc:inkChg chg="add del">
          <ac:chgData name="Simranjit Singh" userId="2e0607b0-f894-409e-bc5e-dd11296ae8bf" providerId="ADAL" clId="{FFC14C3C-ECC6-47CC-8E8F-9FBE96749677}" dt="2022-09-15T06:28:20.810" v="147" actId="478"/>
          <ac:inkMkLst>
            <pc:docMk/>
            <pc:sldMk cId="2469020361" sldId="264"/>
            <ac:inkMk id="52" creationId="{3096AD67-B6F5-46DF-B5FB-5B934537598C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53" creationId="{91A37702-D438-4C10-B7EF-A72F8A67689D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54" creationId="{179DD965-A19E-4ED6-B9A5-DC7E07202096}"/>
          </ac:inkMkLst>
        </pc:inkChg>
        <pc:inkChg chg="add mod">
          <ac:chgData name="Simranjit Singh" userId="2e0607b0-f894-409e-bc5e-dd11296ae8bf" providerId="ADAL" clId="{FFC14C3C-ECC6-47CC-8E8F-9FBE96749677}" dt="2022-09-16T09:24:57.736" v="216"/>
          <ac:inkMkLst>
            <pc:docMk/>
            <pc:sldMk cId="2469020361" sldId="264"/>
            <ac:inkMk id="54" creationId="{5EE440EC-2C4A-438B-93A3-6066E4569BCD}"/>
          </ac:inkMkLst>
        </pc:inkChg>
        <pc:inkChg chg="add mod">
          <ac:chgData name="Simranjit Singh" userId="2e0607b0-f894-409e-bc5e-dd11296ae8bf" providerId="ADAL" clId="{FFC14C3C-ECC6-47CC-8E8F-9FBE96749677}" dt="2022-09-16T09:24:57.736" v="216"/>
          <ac:inkMkLst>
            <pc:docMk/>
            <pc:sldMk cId="2469020361" sldId="264"/>
            <ac:inkMk id="55" creationId="{7D8CEB20-A720-44FC-A0C4-26D3A21BF735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56" creationId="{55C641C9-AD47-45BA-88B0-D9B5F63D0B40}"/>
          </ac:inkMkLst>
        </pc:inkChg>
        <pc:inkChg chg="add mod">
          <ac:chgData name="Simranjit Singh" userId="2e0607b0-f894-409e-bc5e-dd11296ae8bf" providerId="ADAL" clId="{FFC14C3C-ECC6-47CC-8E8F-9FBE96749677}" dt="2022-09-16T09:24:57.736" v="216"/>
          <ac:inkMkLst>
            <pc:docMk/>
            <pc:sldMk cId="2469020361" sldId="264"/>
            <ac:inkMk id="56" creationId="{58141C9E-340F-4B3C-9FFB-6091B7C817ED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57" creationId="{5A11BA73-A6D9-499C-80FB-45DB0D023240}"/>
          </ac:inkMkLst>
        </pc:inkChg>
        <pc:inkChg chg="add mod">
          <ac:chgData name="Simranjit Singh" userId="2e0607b0-f894-409e-bc5e-dd11296ae8bf" providerId="ADAL" clId="{FFC14C3C-ECC6-47CC-8E8F-9FBE96749677}" dt="2022-09-16T09:24:57.736" v="216"/>
          <ac:inkMkLst>
            <pc:docMk/>
            <pc:sldMk cId="2469020361" sldId="264"/>
            <ac:inkMk id="57" creationId="{63E2CDEB-B024-44A1-B613-1A92F999EBFF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58" creationId="{063996F4-7769-4B73-B015-94F663A11E52}"/>
          </ac:inkMkLst>
        </pc:inkChg>
        <pc:inkChg chg="add mod">
          <ac:chgData name="Simranjit Singh" userId="2e0607b0-f894-409e-bc5e-dd11296ae8bf" providerId="ADAL" clId="{FFC14C3C-ECC6-47CC-8E8F-9FBE96749677}" dt="2022-09-16T09:24:57.736" v="216"/>
          <ac:inkMkLst>
            <pc:docMk/>
            <pc:sldMk cId="2469020361" sldId="264"/>
            <ac:inkMk id="58" creationId="{108DD0D6-FC0D-4713-AC92-B2113987ACB5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59" creationId="{DCB115E9-85A6-4060-8AEE-701509C76E9D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60" creationId="{474544FF-746C-46D9-B319-CF4526C5D99E}"/>
          </ac:inkMkLst>
        </pc:inkChg>
        <pc:inkChg chg="add mod">
          <ac:chgData name="Simranjit Singh" userId="2e0607b0-f894-409e-bc5e-dd11296ae8bf" providerId="ADAL" clId="{FFC14C3C-ECC6-47CC-8E8F-9FBE96749677}" dt="2022-09-16T09:25:03.812" v="222"/>
          <ac:inkMkLst>
            <pc:docMk/>
            <pc:sldMk cId="2469020361" sldId="264"/>
            <ac:inkMk id="61" creationId="{1AC18531-8175-468E-8887-AFA02335648D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61" creationId="{32A4D3C3-6382-45AB-B14D-C6A681441E33}"/>
          </ac:inkMkLst>
        </pc:inkChg>
        <pc:inkChg chg="add mod">
          <ac:chgData name="Simranjit Singh" userId="2e0607b0-f894-409e-bc5e-dd11296ae8bf" providerId="ADAL" clId="{FFC14C3C-ECC6-47CC-8E8F-9FBE96749677}" dt="2022-09-16T09:25:03.812" v="222"/>
          <ac:inkMkLst>
            <pc:docMk/>
            <pc:sldMk cId="2469020361" sldId="264"/>
            <ac:inkMk id="62" creationId="{6405595E-272F-4DFD-B770-AE798E33409E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62" creationId="{8C3A831A-77A4-4580-B482-2B783D118A25}"/>
          </ac:inkMkLst>
        </pc:inkChg>
        <pc:inkChg chg="add mod">
          <ac:chgData name="Simranjit Singh" userId="2e0607b0-f894-409e-bc5e-dd11296ae8bf" providerId="ADAL" clId="{FFC14C3C-ECC6-47CC-8E8F-9FBE96749677}" dt="2022-09-16T09:25:03.812" v="222"/>
          <ac:inkMkLst>
            <pc:docMk/>
            <pc:sldMk cId="2469020361" sldId="264"/>
            <ac:inkMk id="63" creationId="{FEDFE2EF-0019-44A7-91D7-7916ECE106E6}"/>
          </ac:inkMkLst>
        </pc:inkChg>
        <pc:inkChg chg="add mod">
          <ac:chgData name="Simranjit Singh" userId="2e0607b0-f894-409e-bc5e-dd11296ae8bf" providerId="ADAL" clId="{FFC14C3C-ECC6-47CC-8E8F-9FBE96749677}" dt="2022-09-15T05:34:01.038" v="54"/>
          <ac:inkMkLst>
            <pc:docMk/>
            <pc:sldMk cId="2469020361" sldId="264"/>
            <ac:inkMk id="64" creationId="{1591EF3B-0DF9-4EFE-96E8-D7A15B137D2E}"/>
          </ac:inkMkLst>
        </pc:inkChg>
        <pc:inkChg chg="add mod">
          <ac:chgData name="Simranjit Singh" userId="2e0607b0-f894-409e-bc5e-dd11296ae8bf" providerId="ADAL" clId="{FFC14C3C-ECC6-47CC-8E8F-9FBE96749677}" dt="2022-09-16T09:25:03.812" v="222"/>
          <ac:inkMkLst>
            <pc:docMk/>
            <pc:sldMk cId="2469020361" sldId="264"/>
            <ac:inkMk id="64" creationId="{9991FA17-5101-47C0-8211-9EFD326BF908}"/>
          </ac:inkMkLst>
        </pc:inkChg>
        <pc:inkChg chg="add mod">
          <ac:chgData name="Simranjit Singh" userId="2e0607b0-f894-409e-bc5e-dd11296ae8bf" providerId="ADAL" clId="{FFC14C3C-ECC6-47CC-8E8F-9FBE96749677}" dt="2022-09-16T09:25:03.812" v="222"/>
          <ac:inkMkLst>
            <pc:docMk/>
            <pc:sldMk cId="2469020361" sldId="264"/>
            <ac:inkMk id="65" creationId="{5FD55BD8-1B17-4A32-A49F-2F16FF89D34E}"/>
          </ac:inkMkLst>
        </pc:inkChg>
        <pc:inkChg chg="add mod">
          <ac:chgData name="Simranjit Singh" userId="2e0607b0-f894-409e-bc5e-dd11296ae8bf" providerId="ADAL" clId="{FFC14C3C-ECC6-47CC-8E8F-9FBE96749677}" dt="2022-09-15T05:34:01.038" v="54"/>
          <ac:inkMkLst>
            <pc:docMk/>
            <pc:sldMk cId="2469020361" sldId="264"/>
            <ac:inkMk id="65" creationId="{B638FFCF-6C51-4C0E-9B47-9F75ED1DDF6E}"/>
          </ac:inkMkLst>
        </pc:inkChg>
        <pc:inkChg chg="add mod">
          <ac:chgData name="Simranjit Singh" userId="2e0607b0-f894-409e-bc5e-dd11296ae8bf" providerId="ADAL" clId="{FFC14C3C-ECC6-47CC-8E8F-9FBE96749677}" dt="2022-09-15T05:34:13.135" v="57"/>
          <ac:inkMkLst>
            <pc:docMk/>
            <pc:sldMk cId="2469020361" sldId="264"/>
            <ac:inkMk id="67" creationId="{650A8FD4-3F80-4E3F-B970-C75EFE8C06C9}"/>
          </ac:inkMkLst>
        </pc:inkChg>
        <pc:inkChg chg="add">
          <ac:chgData name="Simranjit Singh" userId="2e0607b0-f894-409e-bc5e-dd11296ae8bf" providerId="ADAL" clId="{FFC14C3C-ECC6-47CC-8E8F-9FBE96749677}" dt="2022-09-16T09:25:06.041" v="223" actId="9405"/>
          <ac:inkMkLst>
            <pc:docMk/>
            <pc:sldMk cId="2469020361" sldId="264"/>
            <ac:inkMk id="67" creationId="{F3B3B9AE-B051-43A8-9584-A0A61C8EF480}"/>
          </ac:inkMkLst>
        </pc:inkChg>
        <pc:inkChg chg="add mod">
          <ac:chgData name="Simranjit Singh" userId="2e0607b0-f894-409e-bc5e-dd11296ae8bf" providerId="ADAL" clId="{FFC14C3C-ECC6-47CC-8E8F-9FBE96749677}" dt="2022-09-15T05:34:13.135" v="57"/>
          <ac:inkMkLst>
            <pc:docMk/>
            <pc:sldMk cId="2469020361" sldId="264"/>
            <ac:inkMk id="68" creationId="{15ECF1AD-0CA2-4B53-B8AA-02759D57488D}"/>
          </ac:inkMkLst>
        </pc:inkChg>
        <pc:inkChg chg="add mod">
          <ac:chgData name="Simranjit Singh" userId="2e0607b0-f894-409e-bc5e-dd11296ae8bf" providerId="ADAL" clId="{FFC14C3C-ECC6-47CC-8E8F-9FBE96749677}" dt="2022-09-16T09:25:11.939" v="225"/>
          <ac:inkMkLst>
            <pc:docMk/>
            <pc:sldMk cId="2469020361" sldId="264"/>
            <ac:inkMk id="68" creationId="{EA9C5AAD-80C6-44ED-AAE0-9223DCFA55B0}"/>
          </ac:inkMkLst>
        </pc:inkChg>
        <pc:inkChg chg="add mod">
          <ac:chgData name="Simranjit Singh" userId="2e0607b0-f894-409e-bc5e-dd11296ae8bf" providerId="ADAL" clId="{FFC14C3C-ECC6-47CC-8E8F-9FBE96749677}" dt="2022-09-15T05:34:20.396" v="62"/>
          <ac:inkMkLst>
            <pc:docMk/>
            <pc:sldMk cId="2469020361" sldId="264"/>
            <ac:inkMk id="70" creationId="{68F4FA08-CF0D-4F40-A8FF-ED0824179E86}"/>
          </ac:inkMkLst>
        </pc:inkChg>
        <pc:inkChg chg="add">
          <ac:chgData name="Simranjit Singh" userId="2e0607b0-f894-409e-bc5e-dd11296ae8bf" providerId="ADAL" clId="{FFC14C3C-ECC6-47CC-8E8F-9FBE96749677}" dt="2022-09-16T09:25:21.474" v="226" actId="9405"/>
          <ac:inkMkLst>
            <pc:docMk/>
            <pc:sldMk cId="2469020361" sldId="264"/>
            <ac:inkMk id="70" creationId="{DF9BF841-792C-4007-9FF9-81971C4773F5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1" creationId="{1E9F6F78-8FB9-4DFD-A0BD-1DBDB2A97458}"/>
          </ac:inkMkLst>
        </pc:inkChg>
        <pc:inkChg chg="add mod">
          <ac:chgData name="Simranjit Singh" userId="2e0607b0-f894-409e-bc5e-dd11296ae8bf" providerId="ADAL" clId="{FFC14C3C-ECC6-47CC-8E8F-9FBE96749677}" dt="2022-09-15T05:34:20.396" v="62"/>
          <ac:inkMkLst>
            <pc:docMk/>
            <pc:sldMk cId="2469020361" sldId="264"/>
            <ac:inkMk id="71" creationId="{B15B9DBD-DBC1-4341-91DB-8BF8FA09FD77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2" creationId="{27E2DF5F-E2FB-4E07-9601-FD2690739BB7}"/>
          </ac:inkMkLst>
        </pc:inkChg>
        <pc:inkChg chg="add del">
          <ac:chgData name="Simranjit Singh" userId="2e0607b0-f894-409e-bc5e-dd11296ae8bf" providerId="ADAL" clId="{FFC14C3C-ECC6-47CC-8E8F-9FBE96749677}" dt="2022-09-15T06:29:10.896" v="161" actId="478"/>
          <ac:inkMkLst>
            <pc:docMk/>
            <pc:sldMk cId="2469020361" sldId="264"/>
            <ac:inkMk id="72" creationId="{FA9B510E-7A25-41BB-9457-83FDE83FF27C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3" creationId="{33A26339-147F-4EAB-83BA-B0AA56C022EE}"/>
          </ac:inkMkLst>
        </pc:inkChg>
        <pc:inkChg chg="add del">
          <ac:chgData name="Simranjit Singh" userId="2e0607b0-f894-409e-bc5e-dd11296ae8bf" providerId="ADAL" clId="{FFC14C3C-ECC6-47CC-8E8F-9FBE96749677}" dt="2022-09-15T06:29:10.896" v="161" actId="478"/>
          <ac:inkMkLst>
            <pc:docMk/>
            <pc:sldMk cId="2469020361" sldId="264"/>
            <ac:inkMk id="73" creationId="{358EFF23-84F3-44F6-9960-73ED94212025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4" creationId="{F28BFA2B-986D-49EC-A924-81B2D67B7463}"/>
          </ac:inkMkLst>
        </pc:inkChg>
        <pc:inkChg chg="add del">
          <ac:chgData name="Simranjit Singh" userId="2e0607b0-f894-409e-bc5e-dd11296ae8bf" providerId="ADAL" clId="{FFC14C3C-ECC6-47CC-8E8F-9FBE96749677}" dt="2022-09-15T06:29:10.896" v="161" actId="478"/>
          <ac:inkMkLst>
            <pc:docMk/>
            <pc:sldMk cId="2469020361" sldId="264"/>
            <ac:inkMk id="75" creationId="{54242E33-D898-4609-B66D-0BAE2B6E85D9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5" creationId="{CCB5883F-06AA-43D7-8E73-DA017DF65E14}"/>
          </ac:inkMkLst>
        </pc:inkChg>
        <pc:inkChg chg="add mod">
          <ac:chgData name="Simranjit Singh" userId="2e0607b0-f894-409e-bc5e-dd11296ae8bf" providerId="ADAL" clId="{FFC14C3C-ECC6-47CC-8E8F-9FBE96749677}" dt="2022-09-15T05:34:25.712" v="67"/>
          <ac:inkMkLst>
            <pc:docMk/>
            <pc:sldMk cId="2469020361" sldId="264"/>
            <ac:inkMk id="76" creationId="{87E2A4F8-DDD3-473C-BFAC-2EBC0811FB19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6" creationId="{A77AAE05-F6D2-4BFB-8554-974B0A8D3964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7" creationId="{D0063DB6-C26F-4FCF-9E11-D9709A9AF8CA}"/>
          </ac:inkMkLst>
        </pc:inkChg>
        <pc:inkChg chg="add mod">
          <ac:chgData name="Simranjit Singh" userId="2e0607b0-f894-409e-bc5e-dd11296ae8bf" providerId="ADAL" clId="{FFC14C3C-ECC6-47CC-8E8F-9FBE96749677}" dt="2022-09-15T05:34:25.712" v="67"/>
          <ac:inkMkLst>
            <pc:docMk/>
            <pc:sldMk cId="2469020361" sldId="264"/>
            <ac:inkMk id="77" creationId="{D8D53CA6-36B3-4F6D-9A2C-1BBD6BA45243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8" creationId="{7CD0F76C-DFB5-42EF-A9F1-E692088E48F0}"/>
          </ac:inkMkLst>
        </pc:inkChg>
        <pc:inkChg chg="add mod">
          <ac:chgData name="Simranjit Singh" userId="2e0607b0-f894-409e-bc5e-dd11296ae8bf" providerId="ADAL" clId="{FFC14C3C-ECC6-47CC-8E8F-9FBE96749677}" dt="2022-09-15T05:34:25.712" v="67"/>
          <ac:inkMkLst>
            <pc:docMk/>
            <pc:sldMk cId="2469020361" sldId="264"/>
            <ac:inkMk id="78" creationId="{956FA7E8-7E62-4AE7-B9D5-D59D16C76D8D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79" creationId="{76E222C4-2A21-4783-BCC4-CFFF14E36A15}"/>
          </ac:inkMkLst>
        </pc:inkChg>
        <pc:inkChg chg="add del">
          <ac:chgData name="Simranjit Singh" userId="2e0607b0-f894-409e-bc5e-dd11296ae8bf" providerId="ADAL" clId="{FFC14C3C-ECC6-47CC-8E8F-9FBE96749677}" dt="2022-09-15T06:28:27.889" v="149" actId="478"/>
          <ac:inkMkLst>
            <pc:docMk/>
            <pc:sldMk cId="2469020361" sldId="264"/>
            <ac:inkMk id="80" creationId="{26A1DA68-33D1-4C14-9B6A-6F6B4F0F33E1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80" creationId="{817B12AD-1FF2-451A-9620-4E5BD65E842C}"/>
          </ac:inkMkLst>
        </pc:inkChg>
        <pc:inkChg chg="add del mod">
          <ac:chgData name="Simranjit Singh" userId="2e0607b0-f894-409e-bc5e-dd11296ae8bf" providerId="ADAL" clId="{FFC14C3C-ECC6-47CC-8E8F-9FBE96749677}" dt="2022-09-16T09:25:33.442" v="241"/>
          <ac:inkMkLst>
            <pc:docMk/>
            <pc:sldMk cId="2469020361" sldId="264"/>
            <ac:inkMk id="81" creationId="{1B694BD0-6DA0-4744-A69E-9E7E5ACFB2E1}"/>
          </ac:inkMkLst>
        </pc:inkChg>
        <pc:inkChg chg="add del">
          <ac:chgData name="Simranjit Singh" userId="2e0607b0-f894-409e-bc5e-dd11296ae8bf" providerId="ADAL" clId="{FFC14C3C-ECC6-47CC-8E8F-9FBE96749677}" dt="2022-09-15T06:28:27.889" v="149" actId="478"/>
          <ac:inkMkLst>
            <pc:docMk/>
            <pc:sldMk cId="2469020361" sldId="264"/>
            <ac:inkMk id="81" creationId="{DE217A8E-9134-43A8-90AE-092756213830}"/>
          </ac:inkMkLst>
        </pc:inkChg>
        <pc:inkChg chg="add del mod">
          <ac:chgData name="Simranjit Singh" userId="2e0607b0-f894-409e-bc5e-dd11296ae8bf" providerId="ADAL" clId="{FFC14C3C-ECC6-47CC-8E8F-9FBE96749677}" dt="2022-09-16T09:25:33.441" v="240"/>
          <ac:inkMkLst>
            <pc:docMk/>
            <pc:sldMk cId="2469020361" sldId="264"/>
            <ac:inkMk id="82" creationId="{6014627B-BAB8-4C1F-95E9-15FF5BC595B8}"/>
          </ac:inkMkLst>
        </pc:inkChg>
        <pc:inkChg chg="add del">
          <ac:chgData name="Simranjit Singh" userId="2e0607b0-f894-409e-bc5e-dd11296ae8bf" providerId="ADAL" clId="{FFC14C3C-ECC6-47CC-8E8F-9FBE96749677}" dt="2022-09-15T06:28:23.810" v="148" actId="478"/>
          <ac:inkMkLst>
            <pc:docMk/>
            <pc:sldMk cId="2469020361" sldId="264"/>
            <ac:inkMk id="82" creationId="{E4C84604-AD5A-4FA2-8B61-A5DED8116FB7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83" creationId="{9A400621-78D5-4B88-8A1E-2B41B8DA87E6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84" creationId="{0B205425-D2E6-4B2C-8B19-CA6D6F1637A8}"/>
          </ac:inkMkLst>
        </pc:inkChg>
        <pc:inkChg chg="add">
          <ac:chgData name="Simranjit Singh" userId="2e0607b0-f894-409e-bc5e-dd11296ae8bf" providerId="ADAL" clId="{FFC14C3C-ECC6-47CC-8E8F-9FBE96749677}" dt="2022-09-16T09:25:42.275" v="242" actId="9405"/>
          <ac:inkMkLst>
            <pc:docMk/>
            <pc:sldMk cId="2469020361" sldId="264"/>
            <ac:inkMk id="84" creationId="{8F927D4C-1DDB-4A8D-B4A5-19349127C6D0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85" creationId="{6FA760ED-491F-48B5-91D1-C8A038A8F016}"/>
          </ac:inkMkLst>
        </pc:inkChg>
        <pc:inkChg chg="add mod">
          <ac:chgData name="Simranjit Singh" userId="2e0607b0-f894-409e-bc5e-dd11296ae8bf" providerId="ADAL" clId="{FFC14C3C-ECC6-47CC-8E8F-9FBE96749677}" dt="2022-09-16T09:25:47.993" v="248"/>
          <ac:inkMkLst>
            <pc:docMk/>
            <pc:sldMk cId="2469020361" sldId="264"/>
            <ac:inkMk id="85" creationId="{728DF31E-FD9A-4A50-B2BB-9445FE1B9189}"/>
          </ac:inkMkLst>
        </pc:inkChg>
        <pc:inkChg chg="add mod">
          <ac:chgData name="Simranjit Singh" userId="2e0607b0-f894-409e-bc5e-dd11296ae8bf" providerId="ADAL" clId="{FFC14C3C-ECC6-47CC-8E8F-9FBE96749677}" dt="2022-09-16T09:25:47.993" v="248"/>
          <ac:inkMkLst>
            <pc:docMk/>
            <pc:sldMk cId="2469020361" sldId="264"/>
            <ac:inkMk id="86" creationId="{BFC40FE5-F140-474A-B8AB-CABF5398A988}"/>
          </ac:inkMkLst>
        </pc:inkChg>
        <pc:inkChg chg="add mod">
          <ac:chgData name="Simranjit Singh" userId="2e0607b0-f894-409e-bc5e-dd11296ae8bf" providerId="ADAL" clId="{FFC14C3C-ECC6-47CC-8E8F-9FBE96749677}" dt="2022-09-16T09:25:47.993" v="248"/>
          <ac:inkMkLst>
            <pc:docMk/>
            <pc:sldMk cId="2469020361" sldId="264"/>
            <ac:inkMk id="87" creationId="{5D124DD7-3185-416C-A4AE-E7929085557A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87" creationId="{A9E931D4-903F-4205-83D2-2A12DE5013D2}"/>
          </ac:inkMkLst>
        </pc:inkChg>
        <pc:inkChg chg="add mod">
          <ac:chgData name="Simranjit Singh" userId="2e0607b0-f894-409e-bc5e-dd11296ae8bf" providerId="ADAL" clId="{FFC14C3C-ECC6-47CC-8E8F-9FBE96749677}" dt="2022-09-16T09:25:47.993" v="248"/>
          <ac:inkMkLst>
            <pc:docMk/>
            <pc:sldMk cId="2469020361" sldId="264"/>
            <ac:inkMk id="88" creationId="{2C70D326-1495-47C1-9536-4A5B04F887FB}"/>
          </ac:inkMkLst>
        </pc:inkChg>
        <pc:inkChg chg="add mod">
          <ac:chgData name="Simranjit Singh" userId="2e0607b0-f894-409e-bc5e-dd11296ae8bf" providerId="ADAL" clId="{FFC14C3C-ECC6-47CC-8E8F-9FBE96749677}" dt="2022-09-16T09:25:47.993" v="248"/>
          <ac:inkMkLst>
            <pc:docMk/>
            <pc:sldMk cId="2469020361" sldId="264"/>
            <ac:inkMk id="89" creationId="{34C4D5A6-DAFE-41F8-BE5D-43616B0FD389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89" creationId="{55AF6AC6-369A-40D1-9FCE-704D30FEE22E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90" creationId="{B0D9018E-5281-4893-9DA0-CE709A14565C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91" creationId="{0EE3B58A-18D1-4547-943E-54381814014D}"/>
          </ac:inkMkLst>
        </pc:inkChg>
        <pc:inkChg chg="add del">
          <ac:chgData name="Simranjit Singh" userId="2e0607b0-f894-409e-bc5e-dd11296ae8bf" providerId="ADAL" clId="{FFC14C3C-ECC6-47CC-8E8F-9FBE96749677}" dt="2022-09-15T06:28:43.764" v="151" actId="478"/>
          <ac:inkMkLst>
            <pc:docMk/>
            <pc:sldMk cId="2469020361" sldId="264"/>
            <ac:inkMk id="92" creationId="{52FB1589-7B0E-429C-9673-ABD78704D17D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92" creationId="{5B6CD8A5-E835-4F9A-8980-A6D6F68CAB92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93" creationId="{2D996963-7D1F-4F52-B643-C7DFE9C1CB87}"/>
          </ac:inkMkLst>
        </pc:inkChg>
        <pc:inkChg chg="add mod">
          <ac:chgData name="Simranjit Singh" userId="2e0607b0-f894-409e-bc5e-dd11296ae8bf" providerId="ADAL" clId="{FFC14C3C-ECC6-47CC-8E8F-9FBE96749677}" dt="2022-09-15T05:34:56.410" v="88"/>
          <ac:inkMkLst>
            <pc:docMk/>
            <pc:sldMk cId="2469020361" sldId="264"/>
            <ac:inkMk id="93" creationId="{C53AD45F-12F8-4CEC-A861-2E1C1CB8FFCC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94" creationId="{0457295F-28D2-4DC4-B5D2-D62342DC178D}"/>
          </ac:inkMkLst>
        </pc:inkChg>
        <pc:inkChg chg="add mod">
          <ac:chgData name="Simranjit Singh" userId="2e0607b0-f894-409e-bc5e-dd11296ae8bf" providerId="ADAL" clId="{FFC14C3C-ECC6-47CC-8E8F-9FBE96749677}" dt="2022-09-15T05:34:56.410" v="88"/>
          <ac:inkMkLst>
            <pc:docMk/>
            <pc:sldMk cId="2469020361" sldId="264"/>
            <ac:inkMk id="94" creationId="{77BB61D6-D3A4-438F-9E1D-27D9CE061639}"/>
          </ac:inkMkLst>
        </pc:inkChg>
        <pc:inkChg chg="add mod">
          <ac:chgData name="Simranjit Singh" userId="2e0607b0-f894-409e-bc5e-dd11296ae8bf" providerId="ADAL" clId="{FFC14C3C-ECC6-47CC-8E8F-9FBE96749677}" dt="2022-09-16T09:25:57.413" v="254"/>
          <ac:inkMkLst>
            <pc:docMk/>
            <pc:sldMk cId="2469020361" sldId="264"/>
            <ac:inkMk id="95" creationId="{2A178336-F1CA-4A72-8E9A-10B6F3F8FF55}"/>
          </ac:inkMkLst>
        </pc:inkChg>
        <pc:inkChg chg="add mod">
          <ac:chgData name="Simranjit Singh" userId="2e0607b0-f894-409e-bc5e-dd11296ae8bf" providerId="ADAL" clId="{FFC14C3C-ECC6-47CC-8E8F-9FBE96749677}" dt="2022-09-15T05:34:56.410" v="88"/>
          <ac:inkMkLst>
            <pc:docMk/>
            <pc:sldMk cId="2469020361" sldId="264"/>
            <ac:inkMk id="95" creationId="{EBD251D0-71EB-4479-BE3F-B3A85171DB2B}"/>
          </ac:inkMkLst>
        </pc:inkChg>
        <pc:inkChg chg="add mod">
          <ac:chgData name="Simranjit Singh" userId="2e0607b0-f894-409e-bc5e-dd11296ae8bf" providerId="ADAL" clId="{FFC14C3C-ECC6-47CC-8E8F-9FBE96749677}" dt="2022-09-15T05:34:56.410" v="88"/>
          <ac:inkMkLst>
            <pc:docMk/>
            <pc:sldMk cId="2469020361" sldId="264"/>
            <ac:inkMk id="96" creationId="{AFFFC16F-ABDD-4221-A805-E114FBFF52DF}"/>
          </ac:inkMkLst>
        </pc:inkChg>
        <pc:inkChg chg="add mod">
          <ac:chgData name="Simranjit Singh" userId="2e0607b0-f894-409e-bc5e-dd11296ae8bf" providerId="ADAL" clId="{FFC14C3C-ECC6-47CC-8E8F-9FBE96749677}" dt="2022-09-15T05:34:56.410" v="88"/>
          <ac:inkMkLst>
            <pc:docMk/>
            <pc:sldMk cId="2469020361" sldId="264"/>
            <ac:inkMk id="97" creationId="{504117B8-1A67-4541-BA04-05D37A922584}"/>
          </ac:inkMkLst>
        </pc:inkChg>
        <pc:inkChg chg="add mod">
          <ac:chgData name="Simranjit Singh" userId="2e0607b0-f894-409e-bc5e-dd11296ae8bf" providerId="ADAL" clId="{FFC14C3C-ECC6-47CC-8E8F-9FBE96749677}" dt="2022-09-16T09:25:59.543" v="257"/>
          <ac:inkMkLst>
            <pc:docMk/>
            <pc:sldMk cId="2469020361" sldId="264"/>
            <ac:inkMk id="98" creationId="{6D46115E-93DE-4D7C-96D7-54C65FF81318}"/>
          </ac:inkMkLst>
        </pc:inkChg>
        <pc:inkChg chg="add mod">
          <ac:chgData name="Simranjit Singh" userId="2e0607b0-f894-409e-bc5e-dd11296ae8bf" providerId="ADAL" clId="{FFC14C3C-ECC6-47CC-8E8F-9FBE96749677}" dt="2022-09-15T05:34:56.410" v="88"/>
          <ac:inkMkLst>
            <pc:docMk/>
            <pc:sldMk cId="2469020361" sldId="264"/>
            <ac:inkMk id="98" creationId="{E76BA1A0-A3C2-43E9-BEBA-EB1F9A96745B}"/>
          </ac:inkMkLst>
        </pc:inkChg>
        <pc:inkChg chg="add mod">
          <ac:chgData name="Simranjit Singh" userId="2e0607b0-f894-409e-bc5e-dd11296ae8bf" providerId="ADAL" clId="{FFC14C3C-ECC6-47CC-8E8F-9FBE96749677}" dt="2022-09-15T05:34:56.410" v="88"/>
          <ac:inkMkLst>
            <pc:docMk/>
            <pc:sldMk cId="2469020361" sldId="264"/>
            <ac:inkMk id="99" creationId="{2A560473-0199-4370-8692-2703B21BFC31}"/>
          </ac:inkMkLst>
        </pc:inkChg>
        <pc:inkChg chg="add mod">
          <ac:chgData name="Simranjit Singh" userId="2e0607b0-f894-409e-bc5e-dd11296ae8bf" providerId="ADAL" clId="{FFC14C3C-ECC6-47CC-8E8F-9FBE96749677}" dt="2022-09-16T09:25:59.543" v="257"/>
          <ac:inkMkLst>
            <pc:docMk/>
            <pc:sldMk cId="2469020361" sldId="264"/>
            <ac:inkMk id="99" creationId="{D29FB5BC-6CAC-4E91-BE1D-E143CCF10DF7}"/>
          </ac:inkMkLst>
        </pc:inkChg>
        <pc:inkChg chg="add del">
          <ac:chgData name="Simranjit Singh" userId="2e0607b0-f894-409e-bc5e-dd11296ae8bf" providerId="ADAL" clId="{FFC14C3C-ECC6-47CC-8E8F-9FBE96749677}" dt="2022-09-15T06:28:54.059" v="156" actId="478"/>
          <ac:inkMkLst>
            <pc:docMk/>
            <pc:sldMk cId="2469020361" sldId="264"/>
            <ac:inkMk id="101" creationId="{49A5D08D-EDA8-4388-BCA7-20F672068640}"/>
          </ac:inkMkLst>
        </pc:inkChg>
        <pc:inkChg chg="add mod">
          <ac:chgData name="Simranjit Singh" userId="2e0607b0-f894-409e-bc5e-dd11296ae8bf" providerId="ADAL" clId="{FFC14C3C-ECC6-47CC-8E8F-9FBE96749677}" dt="2022-09-16T09:26:02.048" v="260"/>
          <ac:inkMkLst>
            <pc:docMk/>
            <pc:sldMk cId="2469020361" sldId="264"/>
            <ac:inkMk id="101" creationId="{B79E7CC3-370A-4125-9E20-E3F0BF933081}"/>
          </ac:inkMkLst>
        </pc:inkChg>
        <pc:inkChg chg="add mod">
          <ac:chgData name="Simranjit Singh" userId="2e0607b0-f894-409e-bc5e-dd11296ae8bf" providerId="ADAL" clId="{FFC14C3C-ECC6-47CC-8E8F-9FBE96749677}" dt="2022-09-16T09:26:02.048" v="260"/>
          <ac:inkMkLst>
            <pc:docMk/>
            <pc:sldMk cId="2469020361" sldId="264"/>
            <ac:inkMk id="102" creationId="{4C8445EA-E9B4-4C3B-843B-14F339102DA9}"/>
          </ac:inkMkLst>
        </pc:inkChg>
        <pc:inkChg chg="add del">
          <ac:chgData name="Simranjit Singh" userId="2e0607b0-f894-409e-bc5e-dd11296ae8bf" providerId="ADAL" clId="{FFC14C3C-ECC6-47CC-8E8F-9FBE96749677}" dt="2022-09-15T06:29:06.884" v="160" actId="478"/>
          <ac:inkMkLst>
            <pc:docMk/>
            <pc:sldMk cId="2469020361" sldId="264"/>
            <ac:inkMk id="102" creationId="{7D953B30-0E70-496C-A923-D7E9AF4EE521}"/>
          </ac:inkMkLst>
        </pc:inkChg>
        <pc:inkChg chg="add del">
          <ac:chgData name="Simranjit Singh" userId="2e0607b0-f894-409e-bc5e-dd11296ae8bf" providerId="ADAL" clId="{FFC14C3C-ECC6-47CC-8E8F-9FBE96749677}" dt="2022-09-15T06:29:06.884" v="160" actId="478"/>
          <ac:inkMkLst>
            <pc:docMk/>
            <pc:sldMk cId="2469020361" sldId="264"/>
            <ac:inkMk id="103" creationId="{D2AFFE44-A9F9-403C-9ABB-273424E5517B}"/>
          </ac:inkMkLst>
        </pc:inkChg>
        <pc:inkChg chg="add mod">
          <ac:chgData name="Simranjit Singh" userId="2e0607b0-f894-409e-bc5e-dd11296ae8bf" providerId="ADAL" clId="{FFC14C3C-ECC6-47CC-8E8F-9FBE96749677}" dt="2022-09-15T05:35:19.370" v="94"/>
          <ac:inkMkLst>
            <pc:docMk/>
            <pc:sldMk cId="2469020361" sldId="264"/>
            <ac:inkMk id="104" creationId="{4FEBA959-D36C-47B4-886B-D4B08965EBCC}"/>
          </ac:inkMkLst>
        </pc:inkChg>
        <pc:inkChg chg="add mod">
          <ac:chgData name="Simranjit Singh" userId="2e0607b0-f894-409e-bc5e-dd11296ae8bf" providerId="ADAL" clId="{FFC14C3C-ECC6-47CC-8E8F-9FBE96749677}" dt="2022-09-16T09:26:03.461" v="263"/>
          <ac:inkMkLst>
            <pc:docMk/>
            <pc:sldMk cId="2469020361" sldId="264"/>
            <ac:inkMk id="104" creationId="{C3C955AC-D492-44E6-A5D6-568D15DBDB2F}"/>
          </ac:inkMkLst>
        </pc:inkChg>
        <pc:inkChg chg="add mod">
          <ac:chgData name="Simranjit Singh" userId="2e0607b0-f894-409e-bc5e-dd11296ae8bf" providerId="ADAL" clId="{FFC14C3C-ECC6-47CC-8E8F-9FBE96749677}" dt="2022-09-16T09:26:03.461" v="263"/>
          <ac:inkMkLst>
            <pc:docMk/>
            <pc:sldMk cId="2469020361" sldId="264"/>
            <ac:inkMk id="105" creationId="{1D96EDCC-DEDE-474E-8F87-746E27C92941}"/>
          </ac:inkMkLst>
        </pc:inkChg>
        <pc:inkChg chg="add mod">
          <ac:chgData name="Simranjit Singh" userId="2e0607b0-f894-409e-bc5e-dd11296ae8bf" providerId="ADAL" clId="{FFC14C3C-ECC6-47CC-8E8F-9FBE96749677}" dt="2022-09-15T05:35:19.370" v="94"/>
          <ac:inkMkLst>
            <pc:docMk/>
            <pc:sldMk cId="2469020361" sldId="264"/>
            <ac:inkMk id="105" creationId="{866771F7-5966-4200-BB7C-6815FC438562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07" creationId="{2E98962D-DC94-43F6-ACD6-5589EAC88A69}"/>
          </ac:inkMkLst>
        </pc:inkChg>
        <pc:inkChg chg="add mod">
          <ac:chgData name="Simranjit Singh" userId="2e0607b0-f894-409e-bc5e-dd11296ae8bf" providerId="ADAL" clId="{FFC14C3C-ECC6-47CC-8E8F-9FBE96749677}" dt="2022-09-16T09:26:14.090" v="266"/>
          <ac:inkMkLst>
            <pc:docMk/>
            <pc:sldMk cId="2469020361" sldId="264"/>
            <ac:inkMk id="107" creationId="{DE3224B6-609F-4785-B850-692BD93CAD0D}"/>
          </ac:inkMkLst>
        </pc:inkChg>
        <pc:inkChg chg="add mod">
          <ac:chgData name="Simranjit Singh" userId="2e0607b0-f894-409e-bc5e-dd11296ae8bf" providerId="ADAL" clId="{FFC14C3C-ECC6-47CC-8E8F-9FBE96749677}" dt="2022-09-16T09:26:14.090" v="266"/>
          <ac:inkMkLst>
            <pc:docMk/>
            <pc:sldMk cId="2469020361" sldId="264"/>
            <ac:inkMk id="108" creationId="{847ADFC9-4126-4354-A2AA-2DC15FE7DE65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08" creationId="{949AC003-7A25-44DB-A44C-9EB35E352B87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09" creationId="{5AF260E5-AE31-40AD-BE3B-966F6820C7A4}"/>
          </ac:inkMkLst>
        </pc:inkChg>
        <pc:inkChg chg="add mod">
          <ac:chgData name="Simranjit Singh" userId="2e0607b0-f894-409e-bc5e-dd11296ae8bf" providerId="ADAL" clId="{FFC14C3C-ECC6-47CC-8E8F-9FBE96749677}" dt="2022-09-16T09:26:21.395" v="269"/>
          <ac:inkMkLst>
            <pc:docMk/>
            <pc:sldMk cId="2469020361" sldId="264"/>
            <ac:inkMk id="110" creationId="{C3A5EB16-76B3-4818-95CC-6CA0F29A1402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0" creationId="{CE1EA303-D2AB-4825-9879-D16AB7E9BE39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1" creationId="{0AF06728-5B3B-4E39-8E20-53BBE4FC51E2}"/>
          </ac:inkMkLst>
        </pc:inkChg>
        <pc:inkChg chg="add mod">
          <ac:chgData name="Simranjit Singh" userId="2e0607b0-f894-409e-bc5e-dd11296ae8bf" providerId="ADAL" clId="{FFC14C3C-ECC6-47CC-8E8F-9FBE96749677}" dt="2022-09-16T09:26:21.395" v="269"/>
          <ac:inkMkLst>
            <pc:docMk/>
            <pc:sldMk cId="2469020361" sldId="264"/>
            <ac:inkMk id="111" creationId="{78C32484-4742-4E34-A007-240863D30AD4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2" creationId="{CCA2F4A7-3A45-4B87-B3DA-3728FC9D45B3}"/>
          </ac:inkMkLst>
        </pc:inkChg>
        <pc:inkChg chg="add mod">
          <ac:chgData name="Simranjit Singh" userId="2e0607b0-f894-409e-bc5e-dd11296ae8bf" providerId="ADAL" clId="{FFC14C3C-ECC6-47CC-8E8F-9FBE96749677}" dt="2022-09-16T09:29:38.987" v="332"/>
          <ac:inkMkLst>
            <pc:docMk/>
            <pc:sldMk cId="2469020361" sldId="264"/>
            <ac:inkMk id="113" creationId="{12CD002A-7F14-48F8-87EE-C739BAED3F9E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3" creationId="{EA76E5DA-5C38-404D-8B51-DD968D2F4DB8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4" creationId="{31C19F9D-9CBA-4B64-886E-67BAF322DE08}"/>
          </ac:inkMkLst>
        </pc:inkChg>
        <pc:inkChg chg="add mod">
          <ac:chgData name="Simranjit Singh" userId="2e0607b0-f894-409e-bc5e-dd11296ae8bf" providerId="ADAL" clId="{FFC14C3C-ECC6-47CC-8E8F-9FBE96749677}" dt="2022-09-16T09:29:38.987" v="332"/>
          <ac:inkMkLst>
            <pc:docMk/>
            <pc:sldMk cId="2469020361" sldId="264"/>
            <ac:inkMk id="114" creationId="{4C487116-BC18-4B8D-87ED-B5816DB26859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5" creationId="{21E5D5E8-41F8-4026-B188-3DE8DB3FEDEF}"/>
          </ac:inkMkLst>
        </pc:inkChg>
        <pc:inkChg chg="add mod">
          <ac:chgData name="Simranjit Singh" userId="2e0607b0-f894-409e-bc5e-dd11296ae8bf" providerId="ADAL" clId="{FFC14C3C-ECC6-47CC-8E8F-9FBE96749677}" dt="2022-09-16T09:26:25.942" v="275"/>
          <ac:inkMkLst>
            <pc:docMk/>
            <pc:sldMk cId="2469020361" sldId="264"/>
            <ac:inkMk id="116" creationId="{44BA3CD0-3013-4301-A3A7-DBAAE387CC6A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6" creationId="{5C055E26-410D-49DD-906A-9C971BDC8427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7" creationId="{1BCA7E8F-A3D3-4002-99B2-11446EA819AE}"/>
          </ac:inkMkLst>
        </pc:inkChg>
        <pc:inkChg chg="add mod">
          <ac:chgData name="Simranjit Singh" userId="2e0607b0-f894-409e-bc5e-dd11296ae8bf" providerId="ADAL" clId="{FFC14C3C-ECC6-47CC-8E8F-9FBE96749677}" dt="2022-09-16T09:26:25.942" v="275"/>
          <ac:inkMkLst>
            <pc:docMk/>
            <pc:sldMk cId="2469020361" sldId="264"/>
            <ac:inkMk id="117" creationId="{5B9B3875-B5EA-404D-B460-D7BCFB5DD3B9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18" creationId="{DBDCAA4B-2848-44C0-94E5-4D9386899C6C}"/>
          </ac:inkMkLst>
        </pc:inkChg>
        <pc:inkChg chg="add mod">
          <ac:chgData name="Simranjit Singh" userId="2e0607b0-f894-409e-bc5e-dd11296ae8bf" providerId="ADAL" clId="{FFC14C3C-ECC6-47CC-8E8F-9FBE96749677}" dt="2022-09-16T09:26:29.700" v="279"/>
          <ac:inkMkLst>
            <pc:docMk/>
            <pc:sldMk cId="2469020361" sldId="264"/>
            <ac:inkMk id="119" creationId="{4C299145-2176-40F2-BA5D-03569485DC35}"/>
          </ac:inkMkLst>
        </pc:inkChg>
        <pc:inkChg chg="add mod">
          <ac:chgData name="Simranjit Singh" userId="2e0607b0-f894-409e-bc5e-dd11296ae8bf" providerId="ADAL" clId="{FFC14C3C-ECC6-47CC-8E8F-9FBE96749677}" dt="2022-09-15T05:35:37.571" v="109"/>
          <ac:inkMkLst>
            <pc:docMk/>
            <pc:sldMk cId="2469020361" sldId="264"/>
            <ac:inkMk id="120" creationId="{4BEC85D7-064B-430A-82BB-A6E5FE28569F}"/>
          </ac:inkMkLst>
        </pc:inkChg>
        <pc:inkChg chg="add mod">
          <ac:chgData name="Simranjit Singh" userId="2e0607b0-f894-409e-bc5e-dd11296ae8bf" providerId="ADAL" clId="{FFC14C3C-ECC6-47CC-8E8F-9FBE96749677}" dt="2022-09-16T09:26:29.700" v="279"/>
          <ac:inkMkLst>
            <pc:docMk/>
            <pc:sldMk cId="2469020361" sldId="264"/>
            <ac:inkMk id="120" creationId="{EE0A2DE9-BC85-4966-8394-CAE6F6ED5C1B}"/>
          </ac:inkMkLst>
        </pc:inkChg>
        <pc:inkChg chg="add mod">
          <ac:chgData name="Simranjit Singh" userId="2e0607b0-f894-409e-bc5e-dd11296ae8bf" providerId="ADAL" clId="{FFC14C3C-ECC6-47CC-8E8F-9FBE96749677}" dt="2022-09-16T09:26:29.700" v="279"/>
          <ac:inkMkLst>
            <pc:docMk/>
            <pc:sldMk cId="2469020361" sldId="264"/>
            <ac:inkMk id="121" creationId="{B7BB8665-99C6-4DFF-93EA-A77520577D26}"/>
          </ac:inkMkLst>
        </pc:inkChg>
        <pc:inkChg chg="add del">
          <ac:chgData name="Simranjit Singh" userId="2e0607b0-f894-409e-bc5e-dd11296ae8bf" providerId="ADAL" clId="{FFC14C3C-ECC6-47CC-8E8F-9FBE96749677}" dt="2022-09-15T06:29:06.884" v="160" actId="478"/>
          <ac:inkMkLst>
            <pc:docMk/>
            <pc:sldMk cId="2469020361" sldId="264"/>
            <ac:inkMk id="122" creationId="{418D437D-15E8-43DB-94FA-A609970CA41A}"/>
          </ac:inkMkLst>
        </pc:inkChg>
        <pc:inkChg chg="add del">
          <ac:chgData name="Simranjit Singh" userId="2e0607b0-f894-409e-bc5e-dd11296ae8bf" providerId="ADAL" clId="{FFC14C3C-ECC6-47CC-8E8F-9FBE96749677}" dt="2022-09-15T06:29:06.884" v="160" actId="478"/>
          <ac:inkMkLst>
            <pc:docMk/>
            <pc:sldMk cId="2469020361" sldId="264"/>
            <ac:inkMk id="123" creationId="{4CB2665A-2E22-4AD1-86F0-D3BDBC55CA50}"/>
          </ac:inkMkLst>
        </pc:inkChg>
        <pc:inkChg chg="add">
          <ac:chgData name="Simranjit Singh" userId="2e0607b0-f894-409e-bc5e-dd11296ae8bf" providerId="ADAL" clId="{FFC14C3C-ECC6-47CC-8E8F-9FBE96749677}" dt="2022-09-16T09:26:34.077" v="280" actId="9405"/>
          <ac:inkMkLst>
            <pc:docMk/>
            <pc:sldMk cId="2469020361" sldId="264"/>
            <ac:inkMk id="123" creationId="{ECDB9F33-1D66-4094-8953-46FABDF1F372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24" creationId="{96E08170-977B-4496-8100-921828857C2E}"/>
          </ac:inkMkLst>
        </pc:inkChg>
        <pc:inkChg chg="add del">
          <ac:chgData name="Simranjit Singh" userId="2e0607b0-f894-409e-bc5e-dd11296ae8bf" providerId="ADAL" clId="{FFC14C3C-ECC6-47CC-8E8F-9FBE96749677}" dt="2022-09-15T06:28:55.175" v="157" actId="478"/>
          <ac:inkMkLst>
            <pc:docMk/>
            <pc:sldMk cId="2469020361" sldId="264"/>
            <ac:inkMk id="124" creationId="{F05AD77E-FFC9-498F-9651-91FBF7DD642F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25" creationId="{45E2C1C6-798D-4E29-91D1-E8A3BC42B2D6}"/>
          </ac:inkMkLst>
        </pc:inkChg>
        <pc:inkChg chg="add del">
          <ac:chgData name="Simranjit Singh" userId="2e0607b0-f894-409e-bc5e-dd11296ae8bf" providerId="ADAL" clId="{FFC14C3C-ECC6-47CC-8E8F-9FBE96749677}" dt="2022-09-15T06:28:57.804" v="159" actId="478"/>
          <ac:inkMkLst>
            <pc:docMk/>
            <pc:sldMk cId="2469020361" sldId="264"/>
            <ac:inkMk id="125" creationId="{DA2A5D86-6B1B-4741-A305-C392A9DDF646}"/>
          </ac:inkMkLst>
        </pc:inkChg>
        <pc:inkChg chg="add mod">
          <ac:chgData name="Simranjit Singh" userId="2e0607b0-f894-409e-bc5e-dd11296ae8bf" providerId="ADAL" clId="{FFC14C3C-ECC6-47CC-8E8F-9FBE96749677}" dt="2022-09-15T05:36:04.654" v="116"/>
          <ac:inkMkLst>
            <pc:docMk/>
            <pc:sldMk cId="2469020361" sldId="264"/>
            <ac:inkMk id="126" creationId="{58DAEA65-D66E-4692-93A0-4D4AF4277234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26" creationId="{BDE62E30-0A97-4EFE-A59B-6FE64B64B068}"/>
          </ac:inkMkLst>
        </pc:inkChg>
        <pc:inkChg chg="add mod">
          <ac:chgData name="Simranjit Singh" userId="2e0607b0-f894-409e-bc5e-dd11296ae8bf" providerId="ADAL" clId="{FFC14C3C-ECC6-47CC-8E8F-9FBE96749677}" dt="2022-09-15T05:36:04.654" v="116"/>
          <ac:inkMkLst>
            <pc:docMk/>
            <pc:sldMk cId="2469020361" sldId="264"/>
            <ac:inkMk id="127" creationId="{24653234-9DC7-4855-8D2F-786F74895004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27" creationId="{D8D105E4-1E59-42DC-B1BF-131A444ED539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28" creationId="{E0E252D3-E8DD-414D-BF74-EE4ECF23FE70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29" creationId="{902B8DEA-73A7-4A35-A3D1-AEFACDBCC0A3}"/>
          </ac:inkMkLst>
        </pc:inkChg>
        <pc:inkChg chg="add mod">
          <ac:chgData name="Simranjit Singh" userId="2e0607b0-f894-409e-bc5e-dd11296ae8bf" providerId="ADAL" clId="{FFC14C3C-ECC6-47CC-8E8F-9FBE96749677}" dt="2022-09-15T05:36:08.988" v="119"/>
          <ac:inkMkLst>
            <pc:docMk/>
            <pc:sldMk cId="2469020361" sldId="264"/>
            <ac:inkMk id="129" creationId="{CCCB7584-3BA4-4196-BEDF-56B664817F78}"/>
          </ac:inkMkLst>
        </pc:inkChg>
        <pc:inkChg chg="add mod">
          <ac:chgData name="Simranjit Singh" userId="2e0607b0-f894-409e-bc5e-dd11296ae8bf" providerId="ADAL" clId="{FFC14C3C-ECC6-47CC-8E8F-9FBE96749677}" dt="2022-09-15T05:36:08.988" v="119"/>
          <ac:inkMkLst>
            <pc:docMk/>
            <pc:sldMk cId="2469020361" sldId="264"/>
            <ac:inkMk id="130" creationId="{78344AFA-96AD-41F6-8CC6-2FD1CFC96748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31" creationId="{7D861ECB-8E63-49CB-83BD-EDAE822E766D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32" creationId="{41DE5030-9D05-41EA-816B-51E2FE0051AA}"/>
          </ac:inkMkLst>
        </pc:inkChg>
        <pc:inkChg chg="add mod">
          <ac:chgData name="Simranjit Singh" userId="2e0607b0-f894-409e-bc5e-dd11296ae8bf" providerId="ADAL" clId="{FFC14C3C-ECC6-47CC-8E8F-9FBE96749677}" dt="2022-09-15T05:36:26.323" v="122"/>
          <ac:inkMkLst>
            <pc:docMk/>
            <pc:sldMk cId="2469020361" sldId="264"/>
            <ac:inkMk id="132" creationId="{E17CD906-8522-4F4E-82D8-A8479A285907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33" creationId="{B8BD51D9-4B35-4428-8615-FA1E155A2C75}"/>
          </ac:inkMkLst>
        </pc:inkChg>
        <pc:inkChg chg="add mod">
          <ac:chgData name="Simranjit Singh" userId="2e0607b0-f894-409e-bc5e-dd11296ae8bf" providerId="ADAL" clId="{FFC14C3C-ECC6-47CC-8E8F-9FBE96749677}" dt="2022-09-15T05:36:26.323" v="122"/>
          <ac:inkMkLst>
            <pc:docMk/>
            <pc:sldMk cId="2469020361" sldId="264"/>
            <ac:inkMk id="133" creationId="{E82A8982-669A-4EFF-BC56-07321CC4E9BF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34" creationId="{2ADF72A7-7294-459D-9666-49E9E36F566E}"/>
          </ac:inkMkLst>
        </pc:inkChg>
        <pc:inkChg chg="add mod">
          <ac:chgData name="Simranjit Singh" userId="2e0607b0-f894-409e-bc5e-dd11296ae8bf" providerId="ADAL" clId="{FFC14C3C-ECC6-47CC-8E8F-9FBE96749677}" dt="2022-09-16T09:26:45.764" v="293"/>
          <ac:inkMkLst>
            <pc:docMk/>
            <pc:sldMk cId="2469020361" sldId="264"/>
            <ac:inkMk id="135" creationId="{912177AE-C1F9-4EBF-B4E8-6636E2491080}"/>
          </ac:inkMkLst>
        </pc:inkChg>
        <pc:inkChg chg="add mod">
          <ac:chgData name="Simranjit Singh" userId="2e0607b0-f894-409e-bc5e-dd11296ae8bf" providerId="ADAL" clId="{FFC14C3C-ECC6-47CC-8E8F-9FBE96749677}" dt="2022-09-15T05:36:28.272" v="125"/>
          <ac:inkMkLst>
            <pc:docMk/>
            <pc:sldMk cId="2469020361" sldId="264"/>
            <ac:inkMk id="135" creationId="{A79208C3-5786-4F42-B6D2-3C9C7696110E}"/>
          </ac:inkMkLst>
        </pc:inkChg>
        <pc:inkChg chg="add mod">
          <ac:chgData name="Simranjit Singh" userId="2e0607b0-f894-409e-bc5e-dd11296ae8bf" providerId="ADAL" clId="{FFC14C3C-ECC6-47CC-8E8F-9FBE96749677}" dt="2022-09-15T05:36:28.272" v="125"/>
          <ac:inkMkLst>
            <pc:docMk/>
            <pc:sldMk cId="2469020361" sldId="264"/>
            <ac:inkMk id="136" creationId="{48C18B80-5CE2-4665-9BD4-AC21A2AB8E14}"/>
          </ac:inkMkLst>
        </pc:inkChg>
        <pc:inkChg chg="add">
          <ac:chgData name="Simranjit Singh" userId="2e0607b0-f894-409e-bc5e-dd11296ae8bf" providerId="ADAL" clId="{FFC14C3C-ECC6-47CC-8E8F-9FBE96749677}" dt="2022-09-16T09:26:49.803" v="294" actId="9405"/>
          <ac:inkMkLst>
            <pc:docMk/>
            <pc:sldMk cId="2469020361" sldId="264"/>
            <ac:inkMk id="137" creationId="{950E40F1-46B7-4F37-B4B7-3B0A7FB1971D}"/>
          </ac:inkMkLst>
        </pc:inkChg>
        <pc:inkChg chg="add">
          <ac:chgData name="Simranjit Singh" userId="2e0607b0-f894-409e-bc5e-dd11296ae8bf" providerId="ADAL" clId="{FFC14C3C-ECC6-47CC-8E8F-9FBE96749677}" dt="2022-09-16T09:26:50.187" v="295" actId="9405"/>
          <ac:inkMkLst>
            <pc:docMk/>
            <pc:sldMk cId="2469020361" sldId="264"/>
            <ac:inkMk id="138" creationId="{31075F10-6E1C-482E-ABF7-65E5A018E8CA}"/>
          </ac:inkMkLst>
        </pc:inkChg>
        <pc:inkChg chg="add mod">
          <ac:chgData name="Simranjit Singh" userId="2e0607b0-f894-409e-bc5e-dd11296ae8bf" providerId="ADAL" clId="{FFC14C3C-ECC6-47CC-8E8F-9FBE96749677}" dt="2022-09-15T05:36:30.771" v="128"/>
          <ac:inkMkLst>
            <pc:docMk/>
            <pc:sldMk cId="2469020361" sldId="264"/>
            <ac:inkMk id="138" creationId="{5568B3ED-25A5-4276-8BA5-935F4112EB6A}"/>
          </ac:inkMkLst>
        </pc:inkChg>
        <pc:inkChg chg="add mod">
          <ac:chgData name="Simranjit Singh" userId="2e0607b0-f894-409e-bc5e-dd11296ae8bf" providerId="ADAL" clId="{FFC14C3C-ECC6-47CC-8E8F-9FBE96749677}" dt="2022-09-16T09:26:56.916" v="301"/>
          <ac:inkMkLst>
            <pc:docMk/>
            <pc:sldMk cId="2469020361" sldId="264"/>
            <ac:inkMk id="139" creationId="{53B9892D-2B16-461D-B3B1-B3173A620C74}"/>
          </ac:inkMkLst>
        </pc:inkChg>
        <pc:inkChg chg="add mod">
          <ac:chgData name="Simranjit Singh" userId="2e0607b0-f894-409e-bc5e-dd11296ae8bf" providerId="ADAL" clId="{FFC14C3C-ECC6-47CC-8E8F-9FBE96749677}" dt="2022-09-15T05:36:30.771" v="128"/>
          <ac:inkMkLst>
            <pc:docMk/>
            <pc:sldMk cId="2469020361" sldId="264"/>
            <ac:inkMk id="139" creationId="{FCEF3D12-6DD6-4FC0-9BC8-3F07B2E0A3DB}"/>
          </ac:inkMkLst>
        </pc:inkChg>
        <pc:inkChg chg="add mod">
          <ac:chgData name="Simranjit Singh" userId="2e0607b0-f894-409e-bc5e-dd11296ae8bf" providerId="ADAL" clId="{FFC14C3C-ECC6-47CC-8E8F-9FBE96749677}" dt="2022-09-16T09:26:56.916" v="301"/>
          <ac:inkMkLst>
            <pc:docMk/>
            <pc:sldMk cId="2469020361" sldId="264"/>
            <ac:inkMk id="140" creationId="{7A878276-C0BF-4792-8E76-3FA7EAF6723A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41" creationId="{96A79E4B-5139-4EA6-B60D-220B854425DB}"/>
          </ac:inkMkLst>
        </pc:inkChg>
        <pc:inkChg chg="add mod">
          <ac:chgData name="Simranjit Singh" userId="2e0607b0-f894-409e-bc5e-dd11296ae8bf" providerId="ADAL" clId="{FFC14C3C-ECC6-47CC-8E8F-9FBE96749677}" dt="2022-09-16T09:26:56.916" v="301"/>
          <ac:inkMkLst>
            <pc:docMk/>
            <pc:sldMk cId="2469020361" sldId="264"/>
            <ac:inkMk id="141" creationId="{B3B429B7-9E45-4AAA-95F8-E5380F0CCC6D}"/>
          </ac:inkMkLst>
        </pc:inkChg>
        <pc:inkChg chg="add mod">
          <ac:chgData name="Simranjit Singh" userId="2e0607b0-f894-409e-bc5e-dd11296ae8bf" providerId="ADAL" clId="{FFC14C3C-ECC6-47CC-8E8F-9FBE96749677}" dt="2022-09-16T09:26:56.916" v="301"/>
          <ac:inkMkLst>
            <pc:docMk/>
            <pc:sldMk cId="2469020361" sldId="264"/>
            <ac:inkMk id="142" creationId="{50AE6EBD-8D9E-4629-8D62-6E1D545A1BE7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42" creationId="{D504C1EA-68AF-4F94-8942-204AB98DB279}"/>
          </ac:inkMkLst>
        </pc:inkChg>
        <pc:inkChg chg="add mod">
          <ac:chgData name="Simranjit Singh" userId="2e0607b0-f894-409e-bc5e-dd11296ae8bf" providerId="ADAL" clId="{FFC14C3C-ECC6-47CC-8E8F-9FBE96749677}" dt="2022-09-16T09:26:56.916" v="301"/>
          <ac:inkMkLst>
            <pc:docMk/>
            <pc:sldMk cId="2469020361" sldId="264"/>
            <ac:inkMk id="143" creationId="{584AEB8B-2932-47CE-B111-3C38A33E1A93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43" creationId="{657DDAF4-5C83-41B6-8D9D-7EDEC587C87F}"/>
          </ac:inkMkLst>
        </pc:inkChg>
        <pc:inkChg chg="add mod">
          <ac:chgData name="Simranjit Singh" userId="2e0607b0-f894-409e-bc5e-dd11296ae8bf" providerId="ADAL" clId="{FFC14C3C-ECC6-47CC-8E8F-9FBE96749677}" dt="2022-09-15T05:36:34.567" v="133"/>
          <ac:inkMkLst>
            <pc:docMk/>
            <pc:sldMk cId="2469020361" sldId="264"/>
            <ac:inkMk id="144" creationId="{45CA98C4-9A01-464B-A2A6-8C9ADEF9811E}"/>
          </ac:inkMkLst>
        </pc:inkChg>
        <pc:inkChg chg="add mod">
          <ac:chgData name="Simranjit Singh" userId="2e0607b0-f894-409e-bc5e-dd11296ae8bf" providerId="ADAL" clId="{FFC14C3C-ECC6-47CC-8E8F-9FBE96749677}" dt="2022-09-16T09:27:08.251" v="305"/>
          <ac:inkMkLst>
            <pc:docMk/>
            <pc:sldMk cId="2469020361" sldId="264"/>
            <ac:inkMk id="145" creationId="{76379883-8DB4-4507-9695-EA62F77821AC}"/>
          </ac:inkMkLst>
        </pc:inkChg>
        <pc:inkChg chg="add mod">
          <ac:chgData name="Simranjit Singh" userId="2e0607b0-f894-409e-bc5e-dd11296ae8bf" providerId="ADAL" clId="{FFC14C3C-ECC6-47CC-8E8F-9FBE96749677}" dt="2022-09-16T09:27:08.251" v="305"/>
          <ac:inkMkLst>
            <pc:docMk/>
            <pc:sldMk cId="2469020361" sldId="264"/>
            <ac:inkMk id="146" creationId="{47B97547-BD3A-4A02-BD58-C02B67239C5C}"/>
          </ac:inkMkLst>
        </pc:inkChg>
        <pc:inkChg chg="add mod">
          <ac:chgData name="Simranjit Singh" userId="2e0607b0-f894-409e-bc5e-dd11296ae8bf" providerId="ADAL" clId="{FFC14C3C-ECC6-47CC-8E8F-9FBE96749677}" dt="2022-09-16T09:27:08.251" v="305"/>
          <ac:inkMkLst>
            <pc:docMk/>
            <pc:sldMk cId="2469020361" sldId="264"/>
            <ac:inkMk id="147" creationId="{D21ADB15-D9B0-4703-84D9-FE60284866DD}"/>
          </ac:inkMkLst>
        </pc:inkChg>
        <pc:inkChg chg="add mod">
          <ac:chgData name="Simranjit Singh" userId="2e0607b0-f894-409e-bc5e-dd11296ae8bf" providerId="ADAL" clId="{FFC14C3C-ECC6-47CC-8E8F-9FBE96749677}" dt="2022-09-15T05:36:36.745" v="136"/>
          <ac:inkMkLst>
            <pc:docMk/>
            <pc:sldMk cId="2469020361" sldId="264"/>
            <ac:inkMk id="147" creationId="{EE2AA99C-5976-42A0-9DB8-B15C781D6A0D}"/>
          </ac:inkMkLst>
        </pc:inkChg>
        <pc:inkChg chg="add mod">
          <ac:chgData name="Simranjit Singh" userId="2e0607b0-f894-409e-bc5e-dd11296ae8bf" providerId="ADAL" clId="{FFC14C3C-ECC6-47CC-8E8F-9FBE96749677}" dt="2022-09-15T05:36:36.745" v="136"/>
          <ac:inkMkLst>
            <pc:docMk/>
            <pc:sldMk cId="2469020361" sldId="264"/>
            <ac:inkMk id="148" creationId="{689BC169-06DC-4F1F-A9B0-F6B130FA74CB}"/>
          </ac:inkMkLst>
        </pc:inkChg>
        <pc:inkChg chg="add mod">
          <ac:chgData name="Simranjit Singh" userId="2e0607b0-f894-409e-bc5e-dd11296ae8bf" providerId="ADAL" clId="{FFC14C3C-ECC6-47CC-8E8F-9FBE96749677}" dt="2022-09-16T09:27:23.429" v="308"/>
          <ac:inkMkLst>
            <pc:docMk/>
            <pc:sldMk cId="2469020361" sldId="264"/>
            <ac:inkMk id="149" creationId="{E1FCD8DE-C028-4C71-B12B-0DA58D9EF2B2}"/>
          </ac:inkMkLst>
        </pc:inkChg>
        <pc:inkChg chg="add mod">
          <ac:chgData name="Simranjit Singh" userId="2e0607b0-f894-409e-bc5e-dd11296ae8bf" providerId="ADAL" clId="{FFC14C3C-ECC6-47CC-8E8F-9FBE96749677}" dt="2022-09-16T09:27:23.429" v="308"/>
          <ac:inkMkLst>
            <pc:docMk/>
            <pc:sldMk cId="2469020361" sldId="264"/>
            <ac:inkMk id="150" creationId="{931302BE-6ED3-4231-BAA4-5532F5B5C43F}"/>
          </ac:inkMkLst>
        </pc:inkChg>
        <pc:inkChg chg="add mod">
          <ac:chgData name="Simranjit Singh" userId="2e0607b0-f894-409e-bc5e-dd11296ae8bf" providerId="ADAL" clId="{FFC14C3C-ECC6-47CC-8E8F-9FBE96749677}" dt="2022-09-16T09:27:32.541" v="317"/>
          <ac:inkMkLst>
            <pc:docMk/>
            <pc:sldMk cId="2469020361" sldId="264"/>
            <ac:inkMk id="152" creationId="{DC49672E-841B-4EB3-8B87-D84AE43CC275}"/>
          </ac:inkMkLst>
        </pc:inkChg>
        <pc:inkChg chg="add mod">
          <ac:chgData name="Simranjit Singh" userId="2e0607b0-f894-409e-bc5e-dd11296ae8bf" providerId="ADAL" clId="{FFC14C3C-ECC6-47CC-8E8F-9FBE96749677}" dt="2022-09-16T09:27:32.541" v="317"/>
          <ac:inkMkLst>
            <pc:docMk/>
            <pc:sldMk cId="2469020361" sldId="264"/>
            <ac:inkMk id="153" creationId="{53A80DED-AB5A-47FF-9879-4781D38F2FD3}"/>
          </ac:inkMkLst>
        </pc:inkChg>
        <pc:inkChg chg="add mod">
          <ac:chgData name="Simranjit Singh" userId="2e0607b0-f894-409e-bc5e-dd11296ae8bf" providerId="ADAL" clId="{FFC14C3C-ECC6-47CC-8E8F-9FBE96749677}" dt="2022-09-16T09:27:32.541" v="317"/>
          <ac:inkMkLst>
            <pc:docMk/>
            <pc:sldMk cId="2469020361" sldId="264"/>
            <ac:inkMk id="155" creationId="{925D118B-6CFA-42B6-9234-F9386E20ADCB}"/>
          </ac:inkMkLst>
        </pc:inkChg>
        <pc:inkChg chg="add mod">
          <ac:chgData name="Simranjit Singh" userId="2e0607b0-f894-409e-bc5e-dd11296ae8bf" providerId="ADAL" clId="{FFC14C3C-ECC6-47CC-8E8F-9FBE96749677}" dt="2022-09-16T09:27:32.541" v="317"/>
          <ac:inkMkLst>
            <pc:docMk/>
            <pc:sldMk cId="2469020361" sldId="264"/>
            <ac:inkMk id="156" creationId="{CDB77196-705D-4B0C-9B14-594B6D1179FD}"/>
          </ac:inkMkLst>
        </pc:inkChg>
        <pc:inkChg chg="add mod">
          <ac:chgData name="Simranjit Singh" userId="2e0607b0-f894-409e-bc5e-dd11296ae8bf" providerId="ADAL" clId="{FFC14C3C-ECC6-47CC-8E8F-9FBE96749677}" dt="2022-09-16T09:27:32.541" v="317"/>
          <ac:inkMkLst>
            <pc:docMk/>
            <pc:sldMk cId="2469020361" sldId="264"/>
            <ac:inkMk id="157" creationId="{F85CD0FD-508C-428F-A8E6-5DD9F50A09F0}"/>
          </ac:inkMkLst>
        </pc:inkChg>
        <pc:inkChg chg="add mod">
          <ac:chgData name="Simranjit Singh" userId="2e0607b0-f894-409e-bc5e-dd11296ae8bf" providerId="ADAL" clId="{FFC14C3C-ECC6-47CC-8E8F-9FBE96749677}" dt="2022-09-16T09:27:32.541" v="317"/>
          <ac:inkMkLst>
            <pc:docMk/>
            <pc:sldMk cId="2469020361" sldId="264"/>
            <ac:inkMk id="158" creationId="{B7260115-A445-41C8-9F1B-FC539DD55E00}"/>
          </ac:inkMkLst>
        </pc:inkChg>
        <pc:inkChg chg="add mod">
          <ac:chgData name="Simranjit Singh" userId="2e0607b0-f894-409e-bc5e-dd11296ae8bf" providerId="ADAL" clId="{FFC14C3C-ECC6-47CC-8E8F-9FBE96749677}" dt="2022-09-16T09:27:32.541" v="317"/>
          <ac:inkMkLst>
            <pc:docMk/>
            <pc:sldMk cId="2469020361" sldId="264"/>
            <ac:inkMk id="159" creationId="{8966D666-1BA9-4B72-9EEB-FC06C2BE7CC8}"/>
          </ac:inkMkLst>
        </pc:inkChg>
        <pc:inkChg chg="add">
          <ac:chgData name="Simranjit Singh" userId="2e0607b0-f894-409e-bc5e-dd11296ae8bf" providerId="ADAL" clId="{FFC14C3C-ECC6-47CC-8E8F-9FBE96749677}" dt="2022-09-16T09:27:34.343" v="318" actId="9405"/>
          <ac:inkMkLst>
            <pc:docMk/>
            <pc:sldMk cId="2469020361" sldId="264"/>
            <ac:inkMk id="161" creationId="{6C9BDDDD-2472-42AD-8158-EAD5F654D6D2}"/>
          </ac:inkMkLst>
        </pc:inkChg>
        <pc:inkChg chg="add mod">
          <ac:chgData name="Simranjit Singh" userId="2e0607b0-f894-409e-bc5e-dd11296ae8bf" providerId="ADAL" clId="{FFC14C3C-ECC6-47CC-8E8F-9FBE96749677}" dt="2022-09-16T09:27:36.760" v="321"/>
          <ac:inkMkLst>
            <pc:docMk/>
            <pc:sldMk cId="2469020361" sldId="264"/>
            <ac:inkMk id="162" creationId="{7F55F9DD-E500-488B-B474-6A5347EF2488}"/>
          </ac:inkMkLst>
        </pc:inkChg>
        <pc:inkChg chg="add mod">
          <ac:chgData name="Simranjit Singh" userId="2e0607b0-f894-409e-bc5e-dd11296ae8bf" providerId="ADAL" clId="{FFC14C3C-ECC6-47CC-8E8F-9FBE96749677}" dt="2022-09-16T09:27:36.760" v="321"/>
          <ac:inkMkLst>
            <pc:docMk/>
            <pc:sldMk cId="2469020361" sldId="264"/>
            <ac:inkMk id="163" creationId="{23CDF2F2-3B32-4B08-82C1-D8D23E426CE1}"/>
          </ac:inkMkLst>
        </pc:inkChg>
        <pc:inkChg chg="add mod">
          <ac:chgData name="Simranjit Singh" userId="2e0607b0-f894-409e-bc5e-dd11296ae8bf" providerId="ADAL" clId="{FFC14C3C-ECC6-47CC-8E8F-9FBE96749677}" dt="2022-09-16T09:27:45.931" v="325"/>
          <ac:inkMkLst>
            <pc:docMk/>
            <pc:sldMk cId="2469020361" sldId="264"/>
            <ac:inkMk id="165" creationId="{6CFA86B4-6EA1-4DE1-8BC4-72FB93C20003}"/>
          </ac:inkMkLst>
        </pc:inkChg>
        <pc:inkChg chg="add mod">
          <ac:chgData name="Simranjit Singh" userId="2e0607b0-f894-409e-bc5e-dd11296ae8bf" providerId="ADAL" clId="{FFC14C3C-ECC6-47CC-8E8F-9FBE96749677}" dt="2022-09-16T09:27:45.931" v="325"/>
          <ac:inkMkLst>
            <pc:docMk/>
            <pc:sldMk cId="2469020361" sldId="264"/>
            <ac:inkMk id="166" creationId="{3DD94717-C86D-46BE-8030-E1A2818772F8}"/>
          </ac:inkMkLst>
        </pc:inkChg>
        <pc:inkChg chg="add mod">
          <ac:chgData name="Simranjit Singh" userId="2e0607b0-f894-409e-bc5e-dd11296ae8bf" providerId="ADAL" clId="{FFC14C3C-ECC6-47CC-8E8F-9FBE96749677}" dt="2022-09-16T09:27:45.931" v="325"/>
          <ac:inkMkLst>
            <pc:docMk/>
            <pc:sldMk cId="2469020361" sldId="264"/>
            <ac:inkMk id="167" creationId="{AC98FA9E-6035-40EF-99BD-94625F9D418A}"/>
          </ac:inkMkLst>
        </pc:inkChg>
        <pc:inkChg chg="add">
          <ac:chgData name="Simranjit Singh" userId="2e0607b0-f894-409e-bc5e-dd11296ae8bf" providerId="ADAL" clId="{FFC14C3C-ECC6-47CC-8E8F-9FBE96749677}" dt="2022-09-16T09:29:32.970" v="330" actId="9405"/>
          <ac:inkMkLst>
            <pc:docMk/>
            <pc:sldMk cId="2469020361" sldId="264"/>
            <ac:inkMk id="169" creationId="{902EE5A3-2F26-4E8B-8702-9C802B036E15}"/>
          </ac:inkMkLst>
        </pc:inkChg>
        <pc:inkChg chg="add mod">
          <ac:chgData name="Simranjit Singh" userId="2e0607b0-f894-409e-bc5e-dd11296ae8bf" providerId="ADAL" clId="{FFC14C3C-ECC6-47CC-8E8F-9FBE96749677}" dt="2022-09-16T09:29:38.987" v="332"/>
          <ac:inkMkLst>
            <pc:docMk/>
            <pc:sldMk cId="2469020361" sldId="264"/>
            <ac:inkMk id="170" creationId="{2975CA87-5A30-4B5E-82F5-31BFEEE51033}"/>
          </ac:inkMkLst>
        </pc:inkChg>
      </pc:sldChg>
      <pc:sldChg chg="addSp delSp modSp mod">
        <pc:chgData name="Simranjit Singh" userId="2e0607b0-f894-409e-bc5e-dd11296ae8bf" providerId="ADAL" clId="{FFC14C3C-ECC6-47CC-8E8F-9FBE96749677}" dt="2022-09-16T09:28:49.151" v="329" actId="9405"/>
        <pc:sldMkLst>
          <pc:docMk/>
          <pc:sldMk cId="3272483602" sldId="265"/>
        </pc:sldMkLst>
        <pc:spChg chg="mod">
          <ac:chgData name="Simranjit Singh" userId="2e0607b0-f894-409e-bc5e-dd11296ae8bf" providerId="ADAL" clId="{FFC14C3C-ECC6-47CC-8E8F-9FBE96749677}" dt="2022-09-15T06:29:27.055" v="164" actId="1076"/>
          <ac:spMkLst>
            <pc:docMk/>
            <pc:sldMk cId="3272483602" sldId="265"/>
            <ac:spMk id="3" creationId="{63C44A45-A26C-41B3-B82A-8FBBE4493236}"/>
          </ac:spMkLst>
        </pc:spChg>
        <pc:grpChg chg="del mod">
          <ac:chgData name="Simranjit Singh" userId="2e0607b0-f894-409e-bc5e-dd11296ae8bf" providerId="ADAL" clId="{FFC14C3C-ECC6-47CC-8E8F-9FBE96749677}" dt="2022-09-15T06:29:21.397" v="163" actId="478"/>
          <ac:grpSpMkLst>
            <pc:docMk/>
            <pc:sldMk cId="3272483602" sldId="265"/>
            <ac:grpSpMk id="9" creationId="{07AEE84A-F4F3-4A10-8FB4-82A635B65DE3}"/>
          </ac:grpSpMkLst>
        </pc:grpChg>
        <pc:inkChg chg="add">
          <ac:chgData name="Simranjit Singh" userId="2e0607b0-f894-409e-bc5e-dd11296ae8bf" providerId="ADAL" clId="{FFC14C3C-ECC6-47CC-8E8F-9FBE96749677}" dt="2022-09-16T09:28:43.551" v="326" actId="9405"/>
          <ac:inkMkLst>
            <pc:docMk/>
            <pc:sldMk cId="3272483602" sldId="265"/>
            <ac:inkMk id="4" creationId="{09D3EE28-0F96-4924-B2D1-68E851A82535}"/>
          </ac:inkMkLst>
        </pc:inkChg>
        <pc:inkChg chg="add del">
          <ac:chgData name="Simranjit Singh" userId="2e0607b0-f894-409e-bc5e-dd11296ae8bf" providerId="ADAL" clId="{FFC14C3C-ECC6-47CC-8E8F-9FBE96749677}" dt="2022-09-15T06:29:21.397" v="163" actId="478"/>
          <ac:inkMkLst>
            <pc:docMk/>
            <pc:sldMk cId="3272483602" sldId="265"/>
            <ac:inkMk id="4" creationId="{201F1AD6-7DCF-4B05-801F-40C8769DAD64}"/>
          </ac:inkMkLst>
        </pc:inkChg>
        <pc:inkChg chg="add del">
          <ac:chgData name="Simranjit Singh" userId="2e0607b0-f894-409e-bc5e-dd11296ae8bf" providerId="ADAL" clId="{FFC14C3C-ECC6-47CC-8E8F-9FBE96749677}" dt="2022-09-15T06:29:21.397" v="163" actId="478"/>
          <ac:inkMkLst>
            <pc:docMk/>
            <pc:sldMk cId="3272483602" sldId="265"/>
            <ac:inkMk id="5" creationId="{6A28D660-2DA7-4B1E-994C-B71335413735}"/>
          </ac:inkMkLst>
        </pc:inkChg>
        <pc:inkChg chg="add">
          <ac:chgData name="Simranjit Singh" userId="2e0607b0-f894-409e-bc5e-dd11296ae8bf" providerId="ADAL" clId="{FFC14C3C-ECC6-47CC-8E8F-9FBE96749677}" dt="2022-09-16T09:28:44.304" v="327" actId="9405"/>
          <ac:inkMkLst>
            <pc:docMk/>
            <pc:sldMk cId="3272483602" sldId="265"/>
            <ac:inkMk id="5" creationId="{8E4EA5BE-8105-4F5D-A01E-8B7B5DECD872}"/>
          </ac:inkMkLst>
        </pc:inkChg>
        <pc:inkChg chg="add">
          <ac:chgData name="Simranjit Singh" userId="2e0607b0-f894-409e-bc5e-dd11296ae8bf" providerId="ADAL" clId="{FFC14C3C-ECC6-47CC-8E8F-9FBE96749677}" dt="2022-09-16T09:28:48.620" v="328" actId="9405"/>
          <ac:inkMkLst>
            <pc:docMk/>
            <pc:sldMk cId="3272483602" sldId="265"/>
            <ac:inkMk id="6" creationId="{285675E0-5EE3-4BC0-AF85-FEFF6940D55A}"/>
          </ac:inkMkLst>
        </pc:inkChg>
        <pc:inkChg chg="add del">
          <ac:chgData name="Simranjit Singh" userId="2e0607b0-f894-409e-bc5e-dd11296ae8bf" providerId="ADAL" clId="{FFC14C3C-ECC6-47CC-8E8F-9FBE96749677}" dt="2022-09-15T06:29:21.397" v="163" actId="478"/>
          <ac:inkMkLst>
            <pc:docMk/>
            <pc:sldMk cId="3272483602" sldId="265"/>
            <ac:inkMk id="6" creationId="{8C9C5FEB-4E42-4533-97CD-65E11F5BDA91}"/>
          </ac:inkMkLst>
        </pc:inkChg>
        <pc:inkChg chg="add mod">
          <ac:chgData name="Simranjit Singh" userId="2e0607b0-f894-409e-bc5e-dd11296ae8bf" providerId="ADAL" clId="{FFC14C3C-ECC6-47CC-8E8F-9FBE96749677}" dt="2022-09-15T05:37:01.615" v="142"/>
          <ac:inkMkLst>
            <pc:docMk/>
            <pc:sldMk cId="3272483602" sldId="265"/>
            <ac:inkMk id="7" creationId="{2CA5A4C8-C1DE-4101-AE23-D7D2664C0574}"/>
          </ac:inkMkLst>
        </pc:inkChg>
        <pc:inkChg chg="add">
          <ac:chgData name="Simranjit Singh" userId="2e0607b0-f894-409e-bc5e-dd11296ae8bf" providerId="ADAL" clId="{FFC14C3C-ECC6-47CC-8E8F-9FBE96749677}" dt="2022-09-16T09:28:49.151" v="329" actId="9405"/>
          <ac:inkMkLst>
            <pc:docMk/>
            <pc:sldMk cId="3272483602" sldId="265"/>
            <ac:inkMk id="7" creationId="{5FC7119E-F064-4875-9062-20A711123312}"/>
          </ac:inkMkLst>
        </pc:inkChg>
        <pc:inkChg chg="add mod">
          <ac:chgData name="Simranjit Singh" userId="2e0607b0-f894-409e-bc5e-dd11296ae8bf" providerId="ADAL" clId="{FFC14C3C-ECC6-47CC-8E8F-9FBE96749677}" dt="2022-09-15T05:37:01.615" v="142"/>
          <ac:inkMkLst>
            <pc:docMk/>
            <pc:sldMk cId="3272483602" sldId="265"/>
            <ac:inkMk id="8" creationId="{644592C5-FD18-4D5C-96FA-3D1B50C6A8E5}"/>
          </ac:inkMkLst>
        </pc:inkChg>
        <pc:inkChg chg="add del">
          <ac:chgData name="Simranjit Singh" userId="2e0607b0-f894-409e-bc5e-dd11296ae8bf" providerId="ADAL" clId="{FFC14C3C-ECC6-47CC-8E8F-9FBE96749677}" dt="2022-09-15T06:29:21.397" v="163" actId="478"/>
          <ac:inkMkLst>
            <pc:docMk/>
            <pc:sldMk cId="3272483602" sldId="265"/>
            <ac:inkMk id="10" creationId="{952D8D87-1DB9-430E-9510-ED12947A524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5T05:32:3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14 5753,'0'0'5089,"-11"14"-4753,28-19-336,6-18-880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6T09:24:49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6361,'0'0'6057,"11"0"-7369,-11 4-128,6 10-4594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6T09:24:5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7137,'0'0'2665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6T09:24:49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6281,'0'0'3169,"6"-5"-153,11 5-3208,-5 0-1128,11 0-425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6T09:24:50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8225,'0'0'3169,"6"0"-3361,0 10-544,0 8-1169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6T09:24:5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8145,'0'0'4153,"6"5"-5313,23 14-360,12-5-2905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6T09:24:5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8489,'0'0'4937,"23"-5"-9378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6B7C-EF82-47CF-AB0F-7929D7D43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F1580-B603-4D0E-8454-B4A5ECA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9E427-3D4F-43B0-BA2E-E6310C85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D440A-0FD2-4F91-B810-0069E8697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15910-4120-4C9C-83D3-8ABCE242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86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0393-FF99-4507-8959-D3460C4D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00DB7-B822-479D-A56F-FF98D098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98640-4E6B-47D6-BE19-A59D2041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79766-94BF-4567-AD41-34D2FEDD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3382-48A6-4BAC-AB2D-D25D8BDE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7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BEF80-402E-4503-B34A-EC250EBD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5F4D6-EF6C-4EC8-B988-C011A9CDB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75BCF-8D48-4485-8257-C1AF3891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FDD55-3C8D-49B7-8C8D-5A5D99E2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53569-79B6-4E63-BDB1-D7EBFE082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36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7715-094B-419D-A87E-FFAEB26A7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5E134-7A95-4B28-A86F-6C9F0CFAC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C7260-A116-4C42-B8BE-2AEBE61A5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5563B-D197-4686-BA2D-4973B6A6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5B728-7ED2-4E51-8E9D-2FE72EED4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240B9-1E29-4861-B063-2AF30654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01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6B48-FDDB-4F68-8B08-17549B65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705D6-9E99-4667-9C80-67B6BAB0A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69604-2762-4E15-A5EB-239759914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8522E-D149-4DAB-A046-981DEDBCF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E6592-8007-4B2F-8D34-C531FE9D9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00F38-84EA-4C9F-BEE6-7B586935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5B347-B35C-4C7B-A5B6-3E0EB0F3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8FF20-6DC3-4648-9E0A-CE0B13C4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2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585B-EE1C-44DE-8719-884B8706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632A6-9F3F-4A60-B738-46E56851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E58E7-8267-4D20-A23A-F93BEDC0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1C17D-E53E-4AA3-8C95-CFCBA480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34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3F453-FB39-45B0-8251-71EA17FA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553B47-22B8-49A4-AF71-ADC5EAC7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61178-DB25-4238-9627-A4E660C2B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91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5A48-2661-41ED-8441-C14BB4EF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7EA35-E3DC-4428-A3A6-B534E192A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B3079-AF90-4471-852B-3D6F2C287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6F787-D654-48D6-962D-FC2EDA62A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20EF4-FEF0-4B68-AA1D-E8D170A3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1AF0D-CC11-4C3D-82D5-CE4C009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821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C4C2-30CD-4840-AD7D-8252A7DCF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9E6F4-6CB3-4C34-A91C-437EC6905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5A4D0-D686-443A-9844-D46DA5F4D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71E32-6A82-4A05-987C-BDDC1DDD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F65D2-AD27-476C-8872-C275E49E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12D8F-1980-4B3D-BE18-ECAC68BC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54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C0A9-FC5D-42E9-B703-4608B3CC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CAA31-9B4B-45EC-BEE5-E457CB05F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1471D-0AE4-42A6-A8DA-912EDB37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FFA52-D594-4802-B0BA-10E46B4F6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CC8DD-5E0A-47B8-8A1C-DF099856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3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DC398-2580-4872-BECF-B7565D259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A1BFA-5110-44C6-9FCB-6957EF785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BFE00-2F21-42F9-BA1A-442B6C82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EBF09-228C-4A6A-986F-C34E09AB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E9CD7-E6ED-4C95-B73C-46DF09B7C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01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5367CD-1F9C-41C4-AC15-F9DC3886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4681A-4641-46D8-A039-8D03A8206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51CAF-3556-42EA-9F98-33CC79BD8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3585-2961-4A82-B0FC-288A3D4C5D8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A16F-68C3-46C1-A931-38D8ABF99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99C14-22BE-411D-902D-4F39233A6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DF513-BA09-47D5-AD6C-1AA9DD8E4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07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55" Type="http://schemas.openxmlformats.org/officeDocument/2006/relationships/image" Target="../media/image27.png"/><Relationship Id="rId63" Type="http://schemas.openxmlformats.org/officeDocument/2006/relationships/image" Target="../media/image31.png"/><Relationship Id="rId59" Type="http://schemas.openxmlformats.org/officeDocument/2006/relationships/image" Target="../media/image29.png"/><Relationship Id="rId2" Type="http://schemas.openxmlformats.org/officeDocument/2006/relationships/customXml" Target="../ink/ink1.xml"/><Relationship Id="rId6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8" Type="http://schemas.openxmlformats.org/officeDocument/2006/relationships/customXml" Target="../ink/ink4.xml"/><Relationship Id="rId57" Type="http://schemas.openxmlformats.org/officeDocument/2006/relationships/image" Target="../media/image28.png"/><Relationship Id="rId61" Type="http://schemas.openxmlformats.org/officeDocument/2006/relationships/image" Target="../media/image30.png"/><Relationship Id="rId60" Type="http://schemas.openxmlformats.org/officeDocument/2006/relationships/customXml" Target="../ink/ink5.xml"/><Relationship Id="rId65" Type="http://schemas.openxmlformats.org/officeDocument/2006/relationships/image" Target="../media/image32.png"/><Relationship Id="rId4" Type="http://schemas.openxmlformats.org/officeDocument/2006/relationships/customXml" Target="../ink/ink2.xml"/><Relationship Id="rId56" Type="http://schemas.openxmlformats.org/officeDocument/2006/relationships/customXml" Target="../ink/ink3.xml"/><Relationship Id="rId6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B73C-22E2-4201-A3C9-36FF1FC2B6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 identities and Arden’s Theorem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872B2-1B55-46DA-9AAF-16DFD2424E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150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FFB9-7DB0-4EA3-8FE6-AAC4E79E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54" y="350950"/>
            <a:ext cx="10515600" cy="6061053"/>
          </a:xfrm>
        </p:spPr>
        <p:txBody>
          <a:bodyPr>
            <a:norm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Given R, P, L, Q as regular expressions, the following identities hold −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FD4E9-4936-4952-8DBB-CB51248E2650}"/>
              </a:ext>
            </a:extLst>
          </p:cNvPr>
          <p:cNvSpPr txBox="1"/>
          <p:nvPr/>
        </p:nvSpPr>
        <p:spPr>
          <a:xfrm>
            <a:off x="4387939" y="1686565"/>
            <a:ext cx="7804061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)* = (a*b*)* = (a*+b*)* = (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*)* = a*(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*)*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+ ∅ = ∅ + R = R (The identity for union)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 = ε 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= R (The identity for concatenation)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∅ L = L ∅ = ∅ (The annihilator for concatenation)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+ R = R (Idempotent law)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 (M + N) = LM + LN (Left distributive law)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 + N) L = ML + NL (Right distributive law)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 + 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RR* = </a:t>
            </a: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 + 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R*R = R*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4E687F-555D-4B1D-9F2B-C3C3CE9E3D82}"/>
              </a:ext>
            </a:extLst>
          </p:cNvPr>
          <p:cNvSpPr txBox="1"/>
          <p:nvPr/>
        </p:nvSpPr>
        <p:spPr>
          <a:xfrm>
            <a:off x="789907" y="1686565"/>
            <a:ext cx="274320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∅* = </a:t>
            </a: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ε* = ε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RR* = R*R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R*R* = R*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(R*)* = R*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RR* = R*R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(PQ)*P =P(QP)*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C09A4A-6B78-460A-990F-5FED73B28DF6}"/>
                  </a:ext>
                </a:extLst>
              </p14:cNvPr>
              <p14:cNvContentPartPr/>
              <p14:nvPr/>
            </p14:nvContentPartPr>
            <p14:xfrm>
              <a:off x="11110166" y="1305257"/>
              <a:ext cx="15120" cy="10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C09A4A-6B78-460A-990F-5FED73B28D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01526" y="1296257"/>
                <a:ext cx="3276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0BE8BF29-3606-4031-92B8-A226DB42F94D}"/>
              </a:ext>
            </a:extLst>
          </p:cNvPr>
          <p:cNvGrpSpPr/>
          <p:nvPr/>
        </p:nvGrpSpPr>
        <p:grpSpPr>
          <a:xfrm>
            <a:off x="5119766" y="4910246"/>
            <a:ext cx="10440" cy="23760"/>
            <a:chOff x="5119766" y="4910246"/>
            <a:chExt cx="10440" cy="2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247675F-7395-47B0-A466-CE679BCD1C2A}"/>
                    </a:ext>
                  </a:extLst>
                </p14:cNvPr>
                <p14:cNvContentPartPr/>
                <p14:nvPr/>
              </p14:nvContentPartPr>
              <p14:xfrm>
                <a:off x="5123726" y="4926806"/>
                <a:ext cx="6480" cy="7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247675F-7395-47B0-A466-CE679BCD1C2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15086" y="4918166"/>
                  <a:ext cx="24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4B32A11-555A-48CF-AF11-C327BA0EFCAA}"/>
                    </a:ext>
                  </a:extLst>
                </p14:cNvPr>
                <p14:cNvContentPartPr/>
                <p14:nvPr/>
              </p14:nvContentPartPr>
              <p14:xfrm>
                <a:off x="5119766" y="4910246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4B32A11-555A-48CF-AF11-C327BA0EFC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10766" y="49012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6D702E0-88A2-4811-A98E-FFE73643B201}"/>
              </a:ext>
            </a:extLst>
          </p:cNvPr>
          <p:cNvGrpSpPr/>
          <p:nvPr/>
        </p:nvGrpSpPr>
        <p:grpSpPr>
          <a:xfrm>
            <a:off x="4710446" y="4918526"/>
            <a:ext cx="38160" cy="48960"/>
            <a:chOff x="4710446" y="4918526"/>
            <a:chExt cx="38160" cy="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6F26FF-6C7B-4BD4-A1DD-5E1446F8117F}"/>
                    </a:ext>
                  </a:extLst>
                </p14:cNvPr>
                <p14:cNvContentPartPr/>
                <p14:nvPr/>
              </p14:nvContentPartPr>
              <p14:xfrm>
                <a:off x="4710446" y="4935086"/>
                <a:ext cx="21240" cy="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6F26FF-6C7B-4BD4-A1DD-5E1446F811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01446" y="4926446"/>
                  <a:ext cx="388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3D5A3C0-9464-4847-BB97-D75BB89C555D}"/>
                    </a:ext>
                  </a:extLst>
                </p14:cNvPr>
                <p14:cNvContentPartPr/>
                <p14:nvPr/>
              </p14:nvContentPartPr>
              <p14:xfrm>
                <a:off x="4710446" y="4957046"/>
                <a:ext cx="6480" cy="10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3D5A3C0-9464-4847-BB97-D75BB89C55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01446" y="4948046"/>
                  <a:ext cx="24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F87AA2E-6952-47EE-A55C-2020358DEC8F}"/>
                    </a:ext>
                  </a:extLst>
                </p14:cNvPr>
                <p14:cNvContentPartPr/>
                <p14:nvPr/>
              </p14:nvContentPartPr>
              <p14:xfrm>
                <a:off x="4720886" y="4918526"/>
                <a:ext cx="27720" cy="13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F87AA2E-6952-47EE-A55C-2020358DEC8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11886" y="4909526"/>
                  <a:ext cx="4536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97CC30E-C0F9-459A-B579-5A9CB380D058}"/>
                  </a:ext>
                </a:extLst>
              </p14:cNvPr>
              <p14:cNvContentPartPr/>
              <p14:nvPr/>
            </p14:nvContentPartPr>
            <p14:xfrm>
              <a:off x="5654726" y="4943726"/>
              <a:ext cx="8640" cy="21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97CC30E-C0F9-459A-B579-5A9CB380D05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46086" y="4934726"/>
                <a:ext cx="26280" cy="1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902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3773-DF61-4423-A4A2-B768122B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Arden’s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44A45-A26C-41B3-B82A-8FBBE4493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order to find out a regular expression of a Finite Automaton, we use Arden’s Theorem along with the properties of regular expressions.</a:t>
            </a:r>
          </a:p>
          <a:p>
            <a:pPr algn="just"/>
            <a:r>
              <a:rPr lang="en-US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Statement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Let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be two regular expressions.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does not contain null string, then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 = Q + RP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has a unique solution that is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 = QP*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48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2173-2F30-4FEC-940D-B05DAC00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EB707-D520-49A5-82DA-E37A304A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Proof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 = Q + (Q + RP)P [After putting the value R = Q + RP]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 Q + QP + RPP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we put the value of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recursively again and again, we get the following equation −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 = Q + QP + QP</a:t>
            </a:r>
            <a:r>
              <a:rPr lang="en-US" b="0" i="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QP</a:t>
            </a:r>
            <a:r>
              <a:rPr lang="en-US" b="0" i="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…..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 = Q (ε + P + P</a:t>
            </a:r>
            <a:r>
              <a:rPr lang="en-US" b="0" i="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P</a:t>
            </a:r>
            <a:r>
              <a:rPr lang="en-US" b="0" i="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…. )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 = QP*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19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2DC1-23D4-4AE2-9032-1D3611CC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Assumptions for Applying Arden’s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6E35-F232-4258-97CA-0C3762669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diagram must not have NULL transitions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must have only one initial state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46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798B-D455-417E-869E-B98B6EBA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06BA-F4FF-4B3F-8AFE-CCF04DD1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Step 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Create equations as the following form for all the states of the DFA having n states with initial state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=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… +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ε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=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… +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n2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…………………………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…………………………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…………………………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…………………………</a:t>
            </a:r>
          </a:p>
          <a:p>
            <a:pPr algn="just"/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b="0" i="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=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q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+ … +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b="0" i="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0" i="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nn</a:t>
            </a:r>
            <a:endParaRPr lang="en-US" b="0" i="0" baseline="-250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1" i="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ij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represents the set of labels of edges from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b="1" i="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b="1" i="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if no such edge exists, then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1" i="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ij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= ∅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20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AC818-0B1B-4173-BDD1-A2CC2D21D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5442867"/>
          </a:xfrm>
        </p:spPr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Step 2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Solve these equations to get the equation for the final state in terms of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b="1" i="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ij</a:t>
            </a:r>
            <a:endParaRPr lang="en-US" b="1" i="0" baseline="-250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b="1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1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1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1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Example: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964260B-A947-373F-2BA8-C4965D9A6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25" y="3671668"/>
            <a:ext cx="5666398" cy="1898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129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F0580FFD-A797-57E0-BFF1-F6C6F325D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54001"/>
            <a:ext cx="6400800" cy="620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9BD80-4DC3-463C-A8F0-DDF0593F6E2E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/>
              <a:t>Example of Arden’s theorem</a:t>
            </a:r>
          </a:p>
        </p:txBody>
      </p:sp>
      <p:sp>
        <p:nvSpPr>
          <p:cNvPr id="184323" name="Rectangle 3"/>
          <p:cNvSpPr>
            <a:spLocks noChangeArrowheads="1"/>
          </p:cNvSpPr>
          <p:nvPr/>
        </p:nvSpPr>
        <p:spPr bwMode="auto">
          <a:xfrm>
            <a:off x="1363982" y="1524002"/>
            <a:ext cx="5574456" cy="10156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333333"/>
                </a:solidFill>
                <a:latin typeface="inter-regular"/>
                <a:cs typeface="Arial" pitchFamily="34" charset="0"/>
              </a:rPr>
              <a:t>	Q1: Construct the regular expression for the given DFA</a:t>
            </a:r>
            <a:br>
              <a:rPr lang="en-US" sz="5500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333333"/>
                </a:solidFill>
                <a:latin typeface="inter-bold"/>
                <a:cs typeface="Arial" pitchFamily="34" charset="0"/>
              </a:rPr>
              <a:t>Solution:</a:t>
            </a:r>
            <a:endParaRPr lang="en-US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84324" name="Picture 4" descr="Arden's Theore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3980" y="2438400"/>
            <a:ext cx="4129564" cy="885826"/>
          </a:xfrm>
          <a:prstGeom prst="rect">
            <a:avLst/>
          </a:prstGeom>
          <a:noFill/>
        </p:spPr>
      </p:pic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1101091" y="3719901"/>
            <a:ext cx="9989820" cy="1567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6654" tIns="44436" rIns="91440" bIns="44436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333333"/>
                </a:solidFill>
                <a:latin typeface="inter-regular"/>
                <a:cs typeface="Arial" pitchFamily="34" charset="0"/>
              </a:rPr>
              <a:t>Let us write down the equations</a:t>
            </a:r>
            <a:endParaRPr lang="en-US" sz="105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333333"/>
                </a:solidFill>
                <a:latin typeface="Arial Unicode MS" pitchFamily="34" charset="-128"/>
                <a:cs typeface="Arial" pitchFamily="34" charset="0"/>
              </a:rPr>
              <a:t>q1 = q1 0 + ε </a:t>
            </a:r>
            <a:endParaRPr lang="en-US" sz="105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333333"/>
                </a:solidFill>
                <a:latin typeface="inter-regular"/>
                <a:cs typeface="Arial" pitchFamily="34" charset="0"/>
              </a:rPr>
              <a:t>Since q1 is the start state, so ε will be added, and the input 0 is coming to q1 from q1 hence we write</a:t>
            </a:r>
            <a:br>
              <a:rPr lang="en-US" dirty="0">
                <a:solidFill>
                  <a:srgbClr val="333333"/>
                </a:solidFill>
                <a:latin typeface="inter-regular"/>
                <a:cs typeface="Arial" pitchFamily="34" charset="0"/>
              </a:rPr>
            </a:br>
            <a:r>
              <a:rPr lang="en-US" dirty="0">
                <a:solidFill>
                  <a:srgbClr val="333333"/>
                </a:solidFill>
                <a:latin typeface="inter-regular"/>
                <a:cs typeface="Arial" pitchFamily="34" charset="0"/>
              </a:rPr>
              <a:t>State = source state of input × input coming to it</a:t>
            </a:r>
            <a:endParaRPr lang="en-US" sz="105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333333"/>
                </a:solidFill>
                <a:latin typeface="inter-regular"/>
                <a:cs typeface="Arial" pitchFamily="34" charset="0"/>
              </a:rPr>
              <a:t>Similarly,</a:t>
            </a:r>
            <a:endParaRPr lang="en-US" sz="105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333333"/>
                </a:solidFill>
                <a:latin typeface="Arial Unicode MS" pitchFamily="34" charset="-128"/>
                <a:cs typeface="Arial" pitchFamily="34" charset="0"/>
              </a:rPr>
              <a:t>q2 = q1 1 + q2 1 q3 = q2 0 + q3 (0+1)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69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B4171-310C-4283-8F56-2FC91D067892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/>
              <a:t>Example of Arden’s theorem</a:t>
            </a: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1363980" y="1143002"/>
            <a:ext cx="9639300" cy="3413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6654" tIns="44436" rIns="91440" bIns="44436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Since the final states are q1 and q2, we are interested in solving q1 and q2 only. Let us see q1 first</a:t>
            </a:r>
          </a:p>
          <a:p>
            <a:pPr algn="just"/>
            <a:r>
              <a:rPr lang="en-US" dirty="0"/>
              <a:t>q1 = q1 0 + ε </a:t>
            </a:r>
          </a:p>
          <a:p>
            <a:pPr algn="just"/>
            <a:r>
              <a:rPr lang="en-US" dirty="0"/>
              <a:t>We can re-write it as</a:t>
            </a:r>
          </a:p>
          <a:p>
            <a:pPr algn="just"/>
            <a:r>
              <a:rPr lang="en-US" dirty="0"/>
              <a:t>q1 = ε + q1 0 </a:t>
            </a:r>
          </a:p>
          <a:p>
            <a:pPr algn="just"/>
            <a:r>
              <a:rPr lang="en-US" dirty="0"/>
              <a:t>Which is similar to R = Q + RP, and gets reduced to R = OP*.</a:t>
            </a:r>
          </a:p>
          <a:p>
            <a:pPr algn="just"/>
            <a:r>
              <a:rPr lang="en-US" dirty="0"/>
              <a:t>Assuming R = q1, Q = ε, P = 0</a:t>
            </a:r>
          </a:p>
          <a:p>
            <a:pPr algn="just"/>
            <a:r>
              <a:rPr lang="en-US" dirty="0"/>
              <a:t>We get</a:t>
            </a:r>
          </a:p>
          <a:p>
            <a:pPr algn="just"/>
            <a:r>
              <a:rPr lang="en-US" dirty="0"/>
              <a:t>q1 = ε.(0)* q1 = 0* (</a:t>
            </a:r>
            <a:r>
              <a:rPr lang="en-US" dirty="0" err="1"/>
              <a:t>ε.R</a:t>
            </a:r>
            <a:r>
              <a:rPr lang="en-US" dirty="0"/>
              <a:t>*= R*) </a:t>
            </a:r>
          </a:p>
          <a:p>
            <a:pPr algn="just"/>
            <a:r>
              <a:rPr lang="en-US" dirty="0"/>
              <a:t>Substituting the value into q2, we will get</a:t>
            </a:r>
          </a:p>
          <a:p>
            <a:pPr algn="just"/>
            <a:r>
              <a:rPr lang="en-US" dirty="0"/>
              <a:t>q2 = 0* 1 + q2 1 q2 = 0* 1 (1)* (R = Q + RP → Q P*) </a:t>
            </a:r>
          </a:p>
          <a:p>
            <a:pPr algn="just"/>
            <a:r>
              <a:rPr lang="en-US" dirty="0"/>
              <a:t>The regular expression is given by</a:t>
            </a:r>
          </a:p>
          <a:p>
            <a:pPr algn="just"/>
            <a:r>
              <a:rPr lang="en-US" dirty="0"/>
              <a:t>r = q1 + q2 = 0</a:t>
            </a:r>
            <a:r>
              <a:rPr lang="en-US" baseline="30000" dirty="0"/>
              <a:t>*</a:t>
            </a:r>
            <a:r>
              <a:rPr lang="en-US" dirty="0"/>
              <a:t> + 0</a:t>
            </a:r>
            <a:r>
              <a:rPr lang="en-US" baseline="30000" dirty="0"/>
              <a:t>*</a:t>
            </a:r>
            <a:r>
              <a:rPr lang="en-US" dirty="0"/>
              <a:t> 1.1</a:t>
            </a:r>
            <a:r>
              <a:rPr lang="en-US" baseline="30000" dirty="0"/>
              <a:t>*</a:t>
            </a:r>
            <a:r>
              <a:rPr lang="en-US" dirty="0"/>
              <a:t> r = 0</a:t>
            </a:r>
            <a:r>
              <a:rPr lang="en-US" baseline="30000" dirty="0"/>
              <a:t>*</a:t>
            </a:r>
            <a:r>
              <a:rPr lang="en-US" dirty="0"/>
              <a:t> + 0</a:t>
            </a:r>
            <a:r>
              <a:rPr lang="en-US" baseline="30000" dirty="0"/>
              <a:t>*</a:t>
            </a:r>
            <a:r>
              <a:rPr lang="en-US" dirty="0"/>
              <a:t> 1</a:t>
            </a:r>
            <a:r>
              <a:rPr lang="en-US" baseline="30000" dirty="0"/>
              <a:t>+</a:t>
            </a:r>
            <a:r>
              <a:rPr lang="en-US" dirty="0"/>
              <a:t> (1.1</a:t>
            </a:r>
            <a:r>
              <a:rPr lang="en-US" baseline="30000" dirty="0"/>
              <a:t>*</a:t>
            </a:r>
            <a:r>
              <a:rPr lang="en-US" dirty="0"/>
              <a:t> = 1</a:t>
            </a:r>
            <a:r>
              <a:rPr lang="en-US" baseline="30000" dirty="0"/>
              <a:t>+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46683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F2A5-7DFB-4FB3-BD7B-DFBA18DA9E7E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/>
              <a:t>Example of Arden’s theorem</a:t>
            </a: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1363980" y="1143004"/>
            <a:ext cx="9639300" cy="4798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6654" tIns="44436" rIns="91440" bIns="44436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/>
            <a:r>
              <a:rPr lang="en-US" dirty="0"/>
              <a:t>Q2:Find regular expression for the following DFA using Arden’s Theorem- </a:t>
            </a:r>
          </a:p>
          <a:p>
            <a:pPr algn="just" fontAlgn="base"/>
            <a:r>
              <a:rPr lang="en-US" dirty="0"/>
              <a:t> </a:t>
            </a:r>
          </a:p>
          <a:p>
            <a:pPr algn="just" fontAlgn="base"/>
            <a:r>
              <a:rPr lang="en-US" b="1" u="sng" dirty="0"/>
              <a:t>Solution-</a:t>
            </a:r>
            <a:r>
              <a:rPr lang="en-US" dirty="0"/>
              <a:t> </a:t>
            </a:r>
          </a:p>
          <a:p>
            <a:pPr algn="just" fontAlgn="base"/>
            <a:r>
              <a:rPr lang="en-US" b="1" u="sng" dirty="0"/>
              <a:t>Step-01:</a:t>
            </a:r>
            <a:endParaRPr lang="en-US" b="1" dirty="0"/>
          </a:p>
          <a:p>
            <a:pPr algn="just" fontAlgn="base"/>
            <a:r>
              <a:rPr lang="en-US" dirty="0"/>
              <a:t> Form a equation for each state-</a:t>
            </a:r>
          </a:p>
          <a:p>
            <a:pPr algn="just" fontAlgn="base"/>
            <a:r>
              <a:rPr lang="en-US" dirty="0"/>
              <a:t>q1 = ∈ ……(1)</a:t>
            </a:r>
          </a:p>
          <a:p>
            <a:pPr algn="just" fontAlgn="base"/>
            <a:r>
              <a:rPr lang="en-US" dirty="0"/>
              <a:t>q2 = q1.a ……(2)</a:t>
            </a:r>
          </a:p>
          <a:p>
            <a:pPr algn="just" fontAlgn="base"/>
            <a:r>
              <a:rPr lang="en-US" dirty="0"/>
              <a:t>q3 = q1.b + q2.a + q3.a …….(3)</a:t>
            </a:r>
          </a:p>
          <a:p>
            <a:pPr algn="just" fontAlgn="base"/>
            <a:r>
              <a:rPr lang="en-US" dirty="0"/>
              <a:t> </a:t>
            </a:r>
          </a:p>
          <a:p>
            <a:pPr algn="just" fontAlgn="base"/>
            <a:r>
              <a:rPr lang="en-US" b="1" u="sng" dirty="0"/>
              <a:t>Step-02:</a:t>
            </a:r>
            <a:endParaRPr lang="en-US" b="1" dirty="0"/>
          </a:p>
          <a:p>
            <a:pPr algn="just" fontAlgn="base"/>
            <a:r>
              <a:rPr lang="en-US" dirty="0"/>
              <a:t> </a:t>
            </a:r>
          </a:p>
          <a:p>
            <a:pPr algn="just" fontAlgn="base"/>
            <a:r>
              <a:rPr lang="en-US" dirty="0"/>
              <a:t>Bring final state in the form R = Q + RP.</a:t>
            </a:r>
          </a:p>
          <a:p>
            <a:pPr algn="just" fontAlgn="base"/>
            <a:r>
              <a:rPr lang="en-US" dirty="0"/>
              <a:t> </a:t>
            </a:r>
          </a:p>
          <a:p>
            <a:pPr algn="just" fontAlgn="base"/>
            <a:r>
              <a:rPr lang="en-US" dirty="0"/>
              <a:t>Using (1) in (2), we get-</a:t>
            </a:r>
          </a:p>
          <a:p>
            <a:pPr algn="just" fontAlgn="base"/>
            <a:r>
              <a:rPr lang="en-US" dirty="0"/>
              <a:t>q2 = ∈.a</a:t>
            </a:r>
          </a:p>
          <a:p>
            <a:pPr algn="just" fontAlgn="base"/>
            <a:r>
              <a:rPr lang="en-US" dirty="0"/>
              <a:t>q2 = a …….(4)</a:t>
            </a:r>
          </a:p>
          <a:p>
            <a:pPr algn="just" fontAlgn="base"/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52213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1E57-7D96-4852-9836-B6C7AC39972E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/>
              <a:t>Example of Arden’s theorem</a:t>
            </a: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1363980" y="1143000"/>
            <a:ext cx="9639300" cy="489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6654" tIns="44436" rIns="91440" bIns="44436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dirty="0"/>
              <a:t>Using (1) and (4) in (3), we get-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q3 = q1.b + q2.a + q3.a</a:t>
            </a:r>
          </a:p>
          <a:p>
            <a:pPr fontAlgn="base"/>
            <a:r>
              <a:rPr lang="en-US" dirty="0"/>
              <a:t>q3 = ∈.b + </a:t>
            </a:r>
            <a:r>
              <a:rPr lang="en-US" dirty="0" err="1"/>
              <a:t>a.a</a:t>
            </a:r>
            <a:r>
              <a:rPr lang="en-US" dirty="0"/>
              <a:t> + q3.a</a:t>
            </a:r>
          </a:p>
          <a:p>
            <a:pPr fontAlgn="base"/>
            <a:r>
              <a:rPr lang="en-US" dirty="0"/>
              <a:t>q3 = (b + </a:t>
            </a:r>
            <a:r>
              <a:rPr lang="en-US" dirty="0" err="1"/>
              <a:t>a.a</a:t>
            </a:r>
            <a:r>
              <a:rPr lang="en-US" dirty="0"/>
              <a:t>) + q3.a …….(5)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Using Arden’s Theorem in (5), we get-</a:t>
            </a:r>
          </a:p>
          <a:p>
            <a:pPr fontAlgn="base"/>
            <a:r>
              <a:rPr lang="en-US" dirty="0"/>
              <a:t>q3 = (b + </a:t>
            </a:r>
            <a:r>
              <a:rPr lang="en-US" dirty="0" err="1"/>
              <a:t>a.a</a:t>
            </a:r>
            <a:r>
              <a:rPr lang="en-US" dirty="0"/>
              <a:t>)a*</a:t>
            </a:r>
          </a:p>
          <a:p>
            <a:pPr fontAlgn="base"/>
            <a:r>
              <a:rPr lang="en-US" dirty="0"/>
              <a:t> Thus, Regular Expression for the given DFA = (b + </a:t>
            </a:r>
            <a:r>
              <a:rPr lang="en-US" dirty="0" err="1"/>
              <a:t>aa</a:t>
            </a:r>
            <a:r>
              <a:rPr lang="en-US" dirty="0"/>
              <a:t>)a*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Q3: Find regular expression for the following DFA using Arden’s Theorem-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57026" name="Picture 2" descr="https://www.gatevidyalay.com/wp-content/uploads/2019/12/DFA-to-Regular-Expression-Conversion-Ardens-Theorem-Problem-0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80510" y="4191000"/>
            <a:ext cx="3603784" cy="2114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8524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3D6-0A39-4CCF-89BF-3B16BA1FB9C1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800" dirty="0"/>
              <a:t>Example of Arden’s theorem</a:t>
            </a: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1363980" y="914400"/>
            <a:ext cx="9639300" cy="5075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6654" tIns="44436" rIns="91440" bIns="44436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b="1" u="sng" dirty="0"/>
              <a:t>Step-01:</a:t>
            </a:r>
            <a:endParaRPr lang="en-US" b="1" dirty="0"/>
          </a:p>
          <a:p>
            <a:pPr fontAlgn="base"/>
            <a:r>
              <a:rPr lang="en-US" dirty="0"/>
              <a:t> Form a equation for each state-</a:t>
            </a:r>
          </a:p>
          <a:p>
            <a:pPr fontAlgn="base"/>
            <a:r>
              <a:rPr lang="en-US" dirty="0"/>
              <a:t>q1 = ∈ + q1.a + q3.a ……(1)</a:t>
            </a:r>
          </a:p>
          <a:p>
            <a:pPr fontAlgn="base"/>
            <a:r>
              <a:rPr lang="en-US" dirty="0"/>
              <a:t>q2 = q1.b + q2.b + q3.b ……(2)</a:t>
            </a:r>
          </a:p>
          <a:p>
            <a:pPr fontAlgn="base"/>
            <a:r>
              <a:rPr lang="en-US" dirty="0"/>
              <a:t>q3 = q2.a …….(3)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b="1" u="sng" dirty="0"/>
              <a:t>Step-02:</a:t>
            </a:r>
            <a:endParaRPr lang="en-US" b="1" dirty="0"/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Bring final state in the form R = Q + RP.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Using (3) in (2), we get-</a:t>
            </a:r>
          </a:p>
          <a:p>
            <a:pPr fontAlgn="base"/>
            <a:r>
              <a:rPr lang="en-US" dirty="0"/>
              <a:t>q2 = q1.b + q2.b + q2.a.b</a:t>
            </a:r>
          </a:p>
          <a:p>
            <a:pPr fontAlgn="base"/>
            <a:r>
              <a:rPr lang="en-US" dirty="0"/>
              <a:t>q2 = q1.b + q2.(b + </a:t>
            </a:r>
            <a:r>
              <a:rPr lang="en-US" dirty="0" err="1"/>
              <a:t>a.b</a:t>
            </a:r>
            <a:r>
              <a:rPr lang="en-US" dirty="0"/>
              <a:t>) …….(4)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Using (3) in (2), we get-</a:t>
            </a:r>
          </a:p>
          <a:p>
            <a:pPr fontAlgn="base"/>
            <a:r>
              <a:rPr lang="en-US" dirty="0"/>
              <a:t>q2 = q1.b + q2.b + q2.a.b</a:t>
            </a:r>
          </a:p>
          <a:p>
            <a:pPr fontAlgn="base"/>
            <a:r>
              <a:rPr lang="en-US" dirty="0"/>
              <a:t>q2 = q1.b + q2.(b + </a:t>
            </a:r>
            <a:r>
              <a:rPr lang="en-US" dirty="0" err="1"/>
              <a:t>a.b</a:t>
            </a:r>
            <a:r>
              <a:rPr lang="en-US" dirty="0"/>
              <a:t>) …….(4)</a:t>
            </a:r>
          </a:p>
          <a:p>
            <a:pPr fontAlgn="base"/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720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AAFE7-9FF7-4A15-9225-0E5C8B363D5A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Example of Arden’s theorem</a:t>
            </a: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1363980" y="1143004"/>
            <a:ext cx="9639300" cy="5168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6654" tIns="44436" rIns="91440" bIns="44436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endParaRPr lang="en-US" dirty="0"/>
          </a:p>
          <a:p>
            <a:pPr fontAlgn="base"/>
            <a:r>
              <a:rPr lang="en-US" dirty="0"/>
              <a:t>Using (5) in (3), we get-</a:t>
            </a:r>
          </a:p>
          <a:p>
            <a:pPr fontAlgn="base"/>
            <a:r>
              <a:rPr lang="en-US" dirty="0"/>
              <a:t>q3 = q1.b.(b + </a:t>
            </a:r>
            <a:r>
              <a:rPr lang="en-US" dirty="0" err="1"/>
              <a:t>a.b</a:t>
            </a:r>
            <a:r>
              <a:rPr lang="en-US" dirty="0"/>
              <a:t>)*.a …….(6)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Using (6) in (1), we get-</a:t>
            </a:r>
          </a:p>
          <a:p>
            <a:pPr fontAlgn="base"/>
            <a:r>
              <a:rPr lang="en-US" dirty="0"/>
              <a:t>q1 = ∈ + q1.a + q1.b.(b + </a:t>
            </a:r>
            <a:r>
              <a:rPr lang="en-US" dirty="0" err="1"/>
              <a:t>a.b</a:t>
            </a:r>
            <a:r>
              <a:rPr lang="en-US" dirty="0"/>
              <a:t>)*.</a:t>
            </a:r>
            <a:r>
              <a:rPr lang="en-US" dirty="0" err="1"/>
              <a:t>a.a</a:t>
            </a:r>
            <a:endParaRPr lang="en-US" dirty="0"/>
          </a:p>
          <a:p>
            <a:pPr fontAlgn="base"/>
            <a:r>
              <a:rPr lang="en-US" dirty="0"/>
              <a:t>q1 = ∈ + q1.(a + b.(b + </a:t>
            </a:r>
            <a:r>
              <a:rPr lang="en-US" dirty="0" err="1"/>
              <a:t>a.b</a:t>
            </a:r>
            <a:r>
              <a:rPr lang="en-US" dirty="0"/>
              <a:t>)*.</a:t>
            </a:r>
            <a:r>
              <a:rPr lang="en-US" dirty="0" err="1"/>
              <a:t>a.a</a:t>
            </a:r>
            <a:r>
              <a:rPr lang="en-US" dirty="0"/>
              <a:t>) …….(7)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Using Arden’s Theorem in (7), we get-</a:t>
            </a:r>
          </a:p>
          <a:p>
            <a:pPr fontAlgn="base"/>
            <a:r>
              <a:rPr lang="en-US" dirty="0"/>
              <a:t>q1 = ∈.(a + b.(b + </a:t>
            </a:r>
            <a:r>
              <a:rPr lang="en-US" dirty="0" err="1"/>
              <a:t>a.b</a:t>
            </a:r>
            <a:r>
              <a:rPr lang="en-US" dirty="0"/>
              <a:t>)*.</a:t>
            </a:r>
            <a:r>
              <a:rPr lang="en-US" dirty="0" err="1"/>
              <a:t>a.a</a:t>
            </a:r>
            <a:r>
              <a:rPr lang="en-US" dirty="0"/>
              <a:t>)*</a:t>
            </a:r>
          </a:p>
          <a:p>
            <a:pPr fontAlgn="base"/>
            <a:r>
              <a:rPr lang="en-US" dirty="0"/>
              <a:t>q1 = (a + b.(b + </a:t>
            </a:r>
            <a:r>
              <a:rPr lang="en-US" dirty="0" err="1"/>
              <a:t>a.b</a:t>
            </a:r>
            <a:r>
              <a:rPr lang="en-US" dirty="0"/>
              <a:t>)*.</a:t>
            </a:r>
            <a:r>
              <a:rPr lang="en-US" dirty="0" err="1"/>
              <a:t>a.a</a:t>
            </a:r>
            <a:r>
              <a:rPr lang="en-US" dirty="0"/>
              <a:t>)*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Thus, Regular Expression for the given DFA = (a + b(b + </a:t>
            </a:r>
            <a:r>
              <a:rPr lang="en-US" dirty="0" err="1"/>
              <a:t>ab</a:t>
            </a:r>
            <a:r>
              <a:rPr lang="en-US" dirty="0"/>
              <a:t>)*</a:t>
            </a:r>
            <a:r>
              <a:rPr lang="en-US" dirty="0" err="1"/>
              <a:t>aa</a:t>
            </a:r>
            <a:r>
              <a:rPr lang="en-US" dirty="0"/>
              <a:t>)*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072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2794</TotalTime>
  <Words>1221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Unicode MS</vt:lpstr>
      <vt:lpstr>Calibri</vt:lpstr>
      <vt:lpstr>Calibri Light</vt:lpstr>
      <vt:lpstr>inter-bold</vt:lpstr>
      <vt:lpstr>inter-regular</vt:lpstr>
      <vt:lpstr>Times New Roman</vt:lpstr>
      <vt:lpstr>Office Theme</vt:lpstr>
      <vt:lpstr>RE identities and Arden’s Theorem</vt:lpstr>
      <vt:lpstr>PowerPoint Presentation</vt:lpstr>
      <vt:lpstr>Arden’s Theorem</vt:lpstr>
      <vt:lpstr>Proof</vt:lpstr>
      <vt:lpstr>Assumptions for Applying Arden’s Theorem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Simranjit Singh</dc:creator>
  <cp:lastModifiedBy>Rajnish Chaturvedi</cp:lastModifiedBy>
  <cp:revision>4</cp:revision>
  <dcterms:created xsi:type="dcterms:W3CDTF">2020-09-14T02:45:35Z</dcterms:created>
  <dcterms:modified xsi:type="dcterms:W3CDTF">2025-07-24T11:39:47Z</dcterms:modified>
</cp:coreProperties>
</file>